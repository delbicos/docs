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Montserrat SemiBold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  <p:embeddedFont>
      <p:font typeface="Lato Light"/>
      <p:regular r:id="rId53"/>
      <p:bold r:id="rId54"/>
      <p:italic r:id="rId55"/>
      <p:boldItalic r:id="rId56"/>
    </p:embeddedFont>
    <p:embeddedFont>
      <p:font typeface="Lato Black"/>
      <p:bold r:id="rId57"/>
      <p:boldItalic r:id="rId58"/>
    </p:embeddedFont>
    <p:embeddedFont>
      <p:font typeface="Montserrat ExtraBold"/>
      <p:bold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>
          <p15:clr>
            <a:srgbClr val="747775"/>
          </p15:clr>
        </p15:guide>
        <p15:guide id="3" orient="horz">
          <p15:clr>
            <a:srgbClr val="747775"/>
          </p15:clr>
        </p15:guide>
        <p15:guide id="4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61" roundtripDataSignature="AMtx7mgIqWPSPmaH91XPbNZ9vxPaUQdQ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/>
        <p:guide orient="horz"/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MontserratSemiBold-bold.fntdata"/><Relationship Id="rId41" Type="http://schemas.openxmlformats.org/officeDocument/2006/relationships/font" Target="fonts/MontserratSemiBold-regular.fntdata"/><Relationship Id="rId44" Type="http://schemas.openxmlformats.org/officeDocument/2006/relationships/font" Target="fonts/MontserratSemiBold-boldItalic.fntdata"/><Relationship Id="rId43" Type="http://schemas.openxmlformats.org/officeDocument/2006/relationships/font" Target="fonts/MontserratSemiBold-italic.fntdata"/><Relationship Id="rId46" Type="http://schemas.openxmlformats.org/officeDocument/2006/relationships/font" Target="fonts/Lato-bold.fntdata"/><Relationship Id="rId45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boldItalic.fntdata"/><Relationship Id="rId47" Type="http://schemas.openxmlformats.org/officeDocument/2006/relationships/font" Target="fonts/Lato-italic.fntdata"/><Relationship Id="rId4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MontserratExtraBold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LatoLight-regular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55" Type="http://schemas.openxmlformats.org/officeDocument/2006/relationships/font" Target="fonts/LatoLight-italic.fntdata"/><Relationship Id="rId10" Type="http://schemas.openxmlformats.org/officeDocument/2006/relationships/slide" Target="slides/slide5.xml"/><Relationship Id="rId54" Type="http://schemas.openxmlformats.org/officeDocument/2006/relationships/font" Target="fonts/LatoLight-bold.fntdata"/><Relationship Id="rId13" Type="http://schemas.openxmlformats.org/officeDocument/2006/relationships/slide" Target="slides/slide8.xml"/><Relationship Id="rId57" Type="http://schemas.openxmlformats.org/officeDocument/2006/relationships/font" Target="fonts/LatoBlack-bold.fntdata"/><Relationship Id="rId12" Type="http://schemas.openxmlformats.org/officeDocument/2006/relationships/slide" Target="slides/slide7.xml"/><Relationship Id="rId56" Type="http://schemas.openxmlformats.org/officeDocument/2006/relationships/font" Target="fonts/LatoLight-boldItalic.fntdata"/><Relationship Id="rId15" Type="http://schemas.openxmlformats.org/officeDocument/2006/relationships/slide" Target="slides/slide10.xml"/><Relationship Id="rId59" Type="http://schemas.openxmlformats.org/officeDocument/2006/relationships/font" Target="fonts/MontserratExtraBold-bold.fntdata"/><Relationship Id="rId14" Type="http://schemas.openxmlformats.org/officeDocument/2006/relationships/slide" Target="slides/slide9.xml"/><Relationship Id="rId58" Type="http://schemas.openxmlformats.org/officeDocument/2006/relationships/font" Target="fonts/LatoBlack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d5f178b7b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4" name="Google Shape;794;g2d5f178b7b6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11fd8c1c3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211fd8c1c3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6" name="Google Shape;816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9ea3f08f78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6" name="Google Shape;836;g39ea3f08f78_1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11fd8c1c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211fd8c1c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9dff3b698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g39dff3b698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9dff3b698e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9dff3b698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d46ff0e6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g2d46ff0e6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11fd8c1c30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g211fd8c1c3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11fd8c1c3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g211fd8c1c3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e6e6defabe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g2e6e6defab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9e6723bd86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g39e6723bd8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9e6723bd86_1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9" name="Google Shape;979;g39e6723bd8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9e6723bd86_1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g39e6723bd86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9e6723bd86_1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" name="Google Shape;1005;g39e6723bd8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9e6723bd86_1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g39e6723bd86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9e6723bd86_1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g39e6723bd86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9e6723bd86_1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39e6723bd86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9ea3f08f78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39ea3f08f7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9dff3b698e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9dff3b698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9dff3b698e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g39dff3b698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9dff3b698e_0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g39dff3b698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9dff3b698e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g39dff3b698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9dff3b698e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g39dff3b698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9dff3b698e_0_2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g39dff3b698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d5f178b7b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g2d5f178b7b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d46ff0e6f2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8" name="Google Shape;1188;g2d46ff0e6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9dff3b698e_0_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g39dff3b698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9dff3b698e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0" name="Google Shape;1220;g39dff3b698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9e6723bd86_1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g39e6723bd86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9ea3f08f78_1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g39ea3f08f7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11fd8c1c3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1" name="Google Shape;1271;g211fd8c1c3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título">
  <p:cSld name="1_Slide de título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GFD2166TRA Raw.tif" id="9" name="Google Shape;9;g2d5f178b7b6_0_44"/>
          <p:cNvPicPr preferRelativeResize="0"/>
          <p:nvPr/>
        </p:nvPicPr>
        <p:blipFill rotWithShape="1">
          <a:blip r:embed="rId2">
            <a:alphaModFix/>
          </a:blip>
          <a:srcRect b="13212" l="361" r="9181" t="2149"/>
          <a:stretch/>
        </p:blipFill>
        <p:spPr>
          <a:xfrm>
            <a:off x="-1" y="0"/>
            <a:ext cx="9143999" cy="435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g2d5f178b7b6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303499"/>
            <a:ext cx="3281603" cy="45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g2d5f178b7b6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098878"/>
            <a:ext cx="6857999" cy="104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5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88"/>
          <p:cNvGrpSpPr/>
          <p:nvPr/>
        </p:nvGrpSpPr>
        <p:grpSpPr>
          <a:xfrm>
            <a:off x="-143932" y="4697722"/>
            <a:ext cx="9110288" cy="365345"/>
            <a:chOff x="4411970" y="2962952"/>
            <a:chExt cx="706545" cy="104213"/>
          </a:xfrm>
        </p:grpSpPr>
        <p:sp>
          <p:nvSpPr>
            <p:cNvPr id="16" name="Google Shape;16;p88"/>
            <p:cNvSpPr/>
            <p:nvPr/>
          </p:nvSpPr>
          <p:spPr>
            <a:xfrm>
              <a:off x="4583864" y="2962952"/>
              <a:ext cx="534651" cy="104077"/>
            </a:xfrm>
            <a:custGeom>
              <a:rect b="b" l="l" r="r" t="t"/>
              <a:pathLst>
                <a:path extrusionOk="0" h="2305" w="11841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88"/>
            <p:cNvSpPr/>
            <p:nvPr/>
          </p:nvSpPr>
          <p:spPr>
            <a:xfrm>
              <a:off x="4411970" y="2963088"/>
              <a:ext cx="124124" cy="104077"/>
            </a:xfrm>
            <a:custGeom>
              <a:rect b="b" l="l" r="r" t="t"/>
              <a:pathLst>
                <a:path extrusionOk="0" h="2305" w="2749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88"/>
            <p:cNvSpPr/>
            <p:nvPr/>
          </p:nvSpPr>
          <p:spPr>
            <a:xfrm>
              <a:off x="4496946" y="2963133"/>
              <a:ext cx="79920" cy="104031"/>
            </a:xfrm>
            <a:custGeom>
              <a:rect b="b" l="l" r="r" t="t"/>
              <a:pathLst>
                <a:path extrusionOk="0" h="2304" w="177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88"/>
            <p:cNvSpPr/>
            <p:nvPr/>
          </p:nvSpPr>
          <p:spPr>
            <a:xfrm>
              <a:off x="4537628" y="2963133"/>
              <a:ext cx="79965" cy="104031"/>
            </a:xfrm>
            <a:custGeom>
              <a:rect b="b" l="l" r="r" t="t"/>
              <a:pathLst>
                <a:path extrusionOk="0" h="2304" w="1771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90545" y="2405473"/>
            <a:ext cx="2431921" cy="258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88"/>
          <p:cNvGrpSpPr/>
          <p:nvPr/>
        </p:nvGrpSpPr>
        <p:grpSpPr>
          <a:xfrm flipH="1" rot="10800000">
            <a:off x="-209523" y="-140948"/>
            <a:ext cx="1522379" cy="1235144"/>
            <a:chOff x="-280849" y="8020047"/>
            <a:chExt cx="3044759" cy="2470287"/>
          </a:xfrm>
        </p:grpSpPr>
        <p:sp>
          <p:nvSpPr>
            <p:cNvPr id="22" name="Google Shape;22;p88"/>
            <p:cNvSpPr/>
            <p:nvPr/>
          </p:nvSpPr>
          <p:spPr>
            <a:xfrm>
              <a:off x="468630" y="8020047"/>
              <a:ext cx="1378217" cy="2197164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8"/>
            <p:cNvSpPr/>
            <p:nvPr/>
          </p:nvSpPr>
          <p:spPr>
            <a:xfrm>
              <a:off x="372386" y="8761316"/>
              <a:ext cx="965779" cy="1728989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chemeClr val="lt1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8"/>
            <p:cNvSpPr/>
            <p:nvPr/>
          </p:nvSpPr>
          <p:spPr>
            <a:xfrm>
              <a:off x="-280849" y="8124462"/>
              <a:ext cx="1147094" cy="236587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8"/>
            <p:cNvSpPr/>
            <p:nvPr/>
          </p:nvSpPr>
          <p:spPr>
            <a:xfrm>
              <a:off x="63245" y="9042576"/>
              <a:ext cx="346715" cy="1441006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chemeClr val="lt1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8"/>
            <p:cNvSpPr/>
            <p:nvPr/>
          </p:nvSpPr>
          <p:spPr>
            <a:xfrm>
              <a:off x="272803" y="9385156"/>
              <a:ext cx="2491107" cy="1105120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8"/>
            <p:cNvSpPr/>
            <p:nvPr/>
          </p:nvSpPr>
          <p:spPr>
            <a:xfrm>
              <a:off x="505423" y="9860767"/>
              <a:ext cx="1373754" cy="62798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chemeClr val="lt1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7"/>
          <p:cNvSpPr/>
          <p:nvPr/>
        </p:nvSpPr>
        <p:spPr>
          <a:xfrm rot="-5400000">
            <a:off x="3999487" y="3104363"/>
            <a:ext cx="674764" cy="801039"/>
          </a:xfrm>
          <a:custGeom>
            <a:rect b="b" l="l" r="r" t="t"/>
            <a:pathLst>
              <a:path extrusionOk="0" h="1313179" w="1106170">
                <a:moveTo>
                  <a:pt x="1103991" y="0"/>
                </a:moveTo>
                <a:lnTo>
                  <a:pt x="1056384" y="6458"/>
                </a:lnTo>
                <a:lnTo>
                  <a:pt x="1009417" y="14675"/>
                </a:lnTo>
                <a:lnTo>
                  <a:pt x="963119" y="24614"/>
                </a:lnTo>
                <a:lnTo>
                  <a:pt x="917522" y="36237"/>
                </a:lnTo>
                <a:lnTo>
                  <a:pt x="872657" y="49508"/>
                </a:lnTo>
                <a:lnTo>
                  <a:pt x="828552" y="64389"/>
                </a:lnTo>
                <a:lnTo>
                  <a:pt x="785240" y="80844"/>
                </a:lnTo>
                <a:lnTo>
                  <a:pt x="742750" y="98836"/>
                </a:lnTo>
                <a:lnTo>
                  <a:pt x="701113" y="118328"/>
                </a:lnTo>
                <a:lnTo>
                  <a:pt x="660360" y="139282"/>
                </a:lnTo>
                <a:lnTo>
                  <a:pt x="620521" y="161662"/>
                </a:lnTo>
                <a:lnTo>
                  <a:pt x="581627" y="185432"/>
                </a:lnTo>
                <a:lnTo>
                  <a:pt x="543708" y="210553"/>
                </a:lnTo>
                <a:lnTo>
                  <a:pt x="506794" y="236989"/>
                </a:lnTo>
                <a:lnTo>
                  <a:pt x="470917" y="264703"/>
                </a:lnTo>
                <a:lnTo>
                  <a:pt x="436106" y="293658"/>
                </a:lnTo>
                <a:lnTo>
                  <a:pt x="402393" y="323817"/>
                </a:lnTo>
                <a:lnTo>
                  <a:pt x="369807" y="355143"/>
                </a:lnTo>
                <a:lnTo>
                  <a:pt x="338380" y="387600"/>
                </a:lnTo>
                <a:lnTo>
                  <a:pt x="308141" y="421149"/>
                </a:lnTo>
                <a:lnTo>
                  <a:pt x="279121" y="455755"/>
                </a:lnTo>
                <a:lnTo>
                  <a:pt x="251352" y="491380"/>
                </a:lnTo>
                <a:lnTo>
                  <a:pt x="224863" y="527988"/>
                </a:lnTo>
                <a:lnTo>
                  <a:pt x="199684" y="565540"/>
                </a:lnTo>
                <a:lnTo>
                  <a:pt x="175847" y="604001"/>
                </a:lnTo>
                <a:lnTo>
                  <a:pt x="153381" y="643334"/>
                </a:lnTo>
                <a:lnTo>
                  <a:pt x="132319" y="683501"/>
                </a:lnTo>
                <a:lnTo>
                  <a:pt x="112688" y="724465"/>
                </a:lnTo>
                <a:lnTo>
                  <a:pt x="94522" y="766190"/>
                </a:lnTo>
                <a:lnTo>
                  <a:pt x="77849" y="808639"/>
                </a:lnTo>
                <a:lnTo>
                  <a:pt x="62701" y="851774"/>
                </a:lnTo>
                <a:lnTo>
                  <a:pt x="49107" y="895558"/>
                </a:lnTo>
                <a:lnTo>
                  <a:pt x="37099" y="939956"/>
                </a:lnTo>
                <a:lnTo>
                  <a:pt x="26707" y="984929"/>
                </a:lnTo>
                <a:lnTo>
                  <a:pt x="17962" y="1030441"/>
                </a:lnTo>
                <a:lnTo>
                  <a:pt x="10893" y="1076454"/>
                </a:lnTo>
                <a:lnTo>
                  <a:pt x="5532" y="1122933"/>
                </a:lnTo>
                <a:lnTo>
                  <a:pt x="1909" y="1169839"/>
                </a:lnTo>
                <a:lnTo>
                  <a:pt x="55" y="1217136"/>
                </a:lnTo>
                <a:lnTo>
                  <a:pt x="0" y="1264787"/>
                </a:lnTo>
                <a:lnTo>
                  <a:pt x="1774" y="1312755"/>
                </a:lnTo>
                <a:lnTo>
                  <a:pt x="49477" y="1306271"/>
                </a:lnTo>
                <a:lnTo>
                  <a:pt x="96534" y="1298038"/>
                </a:lnTo>
                <a:lnTo>
                  <a:pt x="142914" y="1288091"/>
                </a:lnTo>
                <a:lnTo>
                  <a:pt x="188587" y="1276467"/>
                </a:lnTo>
                <a:lnTo>
                  <a:pt x="233523" y="1263202"/>
                </a:lnTo>
                <a:lnTo>
                  <a:pt x="277692" y="1248333"/>
                </a:lnTo>
                <a:lnTo>
                  <a:pt x="321062" y="1231896"/>
                </a:lnTo>
                <a:lnTo>
                  <a:pt x="363604" y="1213928"/>
                </a:lnTo>
                <a:lnTo>
                  <a:pt x="405287" y="1194464"/>
                </a:lnTo>
                <a:lnTo>
                  <a:pt x="446080" y="1173542"/>
                </a:lnTo>
                <a:lnTo>
                  <a:pt x="485955" y="1151198"/>
                </a:lnTo>
                <a:lnTo>
                  <a:pt x="524879" y="1127467"/>
                </a:lnTo>
                <a:lnTo>
                  <a:pt x="562823" y="1102388"/>
                </a:lnTo>
                <a:lnTo>
                  <a:pt x="599757" y="1075995"/>
                </a:lnTo>
                <a:lnTo>
                  <a:pt x="635649" y="1048325"/>
                </a:lnTo>
                <a:lnTo>
                  <a:pt x="670470" y="1019415"/>
                </a:lnTo>
                <a:lnTo>
                  <a:pt x="704190" y="989301"/>
                </a:lnTo>
                <a:lnTo>
                  <a:pt x="736777" y="958020"/>
                </a:lnTo>
                <a:lnTo>
                  <a:pt x="768202" y="925607"/>
                </a:lnTo>
                <a:lnTo>
                  <a:pt x="798434" y="892100"/>
                </a:lnTo>
                <a:lnTo>
                  <a:pt x="827443" y="857534"/>
                </a:lnTo>
                <a:lnTo>
                  <a:pt x="855198" y="821946"/>
                </a:lnTo>
                <a:lnTo>
                  <a:pt x="881670" y="785373"/>
                </a:lnTo>
                <a:lnTo>
                  <a:pt x="906827" y="747850"/>
                </a:lnTo>
                <a:lnTo>
                  <a:pt x="930639" y="709414"/>
                </a:lnTo>
                <a:lnTo>
                  <a:pt x="953077" y="670103"/>
                </a:lnTo>
                <a:lnTo>
                  <a:pt x="974109" y="629951"/>
                </a:lnTo>
                <a:lnTo>
                  <a:pt x="993706" y="588995"/>
                </a:lnTo>
                <a:lnTo>
                  <a:pt x="1011836" y="547272"/>
                </a:lnTo>
                <a:lnTo>
                  <a:pt x="1028470" y="504819"/>
                </a:lnTo>
                <a:lnTo>
                  <a:pt x="1043577" y="461671"/>
                </a:lnTo>
                <a:lnTo>
                  <a:pt x="1057127" y="417864"/>
                </a:lnTo>
                <a:lnTo>
                  <a:pt x="1069089" y="373437"/>
                </a:lnTo>
                <a:lnTo>
                  <a:pt x="1079433" y="328423"/>
                </a:lnTo>
                <a:lnTo>
                  <a:pt x="1088129" y="282861"/>
                </a:lnTo>
                <a:lnTo>
                  <a:pt x="1095147" y="236787"/>
                </a:lnTo>
                <a:lnTo>
                  <a:pt x="1100455" y="190236"/>
                </a:lnTo>
                <a:lnTo>
                  <a:pt x="1104024" y="143245"/>
                </a:lnTo>
                <a:lnTo>
                  <a:pt x="1105710" y="98836"/>
                </a:lnTo>
                <a:lnTo>
                  <a:pt x="1105823" y="48091"/>
                </a:lnTo>
                <a:lnTo>
                  <a:pt x="1103991" y="0"/>
                </a:lnTo>
                <a:close/>
              </a:path>
            </a:pathLst>
          </a:custGeom>
          <a:solidFill>
            <a:srgbClr val="02391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7"/>
          <p:cNvSpPr/>
          <p:nvPr/>
        </p:nvSpPr>
        <p:spPr>
          <a:xfrm rot="-5400000">
            <a:off x="4264599" y="3345731"/>
            <a:ext cx="511689" cy="633317"/>
          </a:xfrm>
          <a:custGeom>
            <a:rect b="b" l="l" r="r" t="t"/>
            <a:pathLst>
              <a:path extrusionOk="0" h="1038225" w="838834">
                <a:moveTo>
                  <a:pt x="0" y="1037800"/>
                </a:moveTo>
                <a:lnTo>
                  <a:pt x="838361" y="0"/>
                </a:lnTo>
              </a:path>
            </a:pathLst>
          </a:custGeom>
          <a:noFill/>
          <a:ln cap="flat" cmpd="sng" w="9525">
            <a:solidFill>
              <a:srgbClr val="95E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7"/>
          <p:cNvSpPr/>
          <p:nvPr/>
        </p:nvSpPr>
        <p:spPr>
          <a:xfrm rot="-5400000">
            <a:off x="3720314" y="3928622"/>
            <a:ext cx="674764" cy="801039"/>
          </a:xfrm>
          <a:custGeom>
            <a:rect b="b" l="l" r="r" t="t"/>
            <a:pathLst>
              <a:path extrusionOk="0" h="1313179" w="1106170">
                <a:moveTo>
                  <a:pt x="1831" y="0"/>
                </a:moveTo>
                <a:lnTo>
                  <a:pt x="0" y="48091"/>
                </a:lnTo>
                <a:lnTo>
                  <a:pt x="112" y="98836"/>
                </a:lnTo>
                <a:lnTo>
                  <a:pt x="1798" y="143245"/>
                </a:lnTo>
                <a:lnTo>
                  <a:pt x="5367" y="190236"/>
                </a:lnTo>
                <a:lnTo>
                  <a:pt x="10706" y="236989"/>
                </a:lnTo>
                <a:lnTo>
                  <a:pt x="17693" y="282861"/>
                </a:lnTo>
                <a:lnTo>
                  <a:pt x="26389" y="328423"/>
                </a:lnTo>
                <a:lnTo>
                  <a:pt x="36733" y="373437"/>
                </a:lnTo>
                <a:lnTo>
                  <a:pt x="48696" y="417864"/>
                </a:lnTo>
                <a:lnTo>
                  <a:pt x="62245" y="461671"/>
                </a:lnTo>
                <a:lnTo>
                  <a:pt x="77353" y="504819"/>
                </a:lnTo>
                <a:lnTo>
                  <a:pt x="93986" y="547272"/>
                </a:lnTo>
                <a:lnTo>
                  <a:pt x="112117" y="588995"/>
                </a:lnTo>
                <a:lnTo>
                  <a:pt x="131713" y="629951"/>
                </a:lnTo>
                <a:lnTo>
                  <a:pt x="152745" y="670103"/>
                </a:lnTo>
                <a:lnTo>
                  <a:pt x="175183" y="709414"/>
                </a:lnTo>
                <a:lnTo>
                  <a:pt x="198995" y="747850"/>
                </a:lnTo>
                <a:lnTo>
                  <a:pt x="224153" y="785373"/>
                </a:lnTo>
                <a:lnTo>
                  <a:pt x="250624" y="821946"/>
                </a:lnTo>
                <a:lnTo>
                  <a:pt x="278379" y="857534"/>
                </a:lnTo>
                <a:lnTo>
                  <a:pt x="307388" y="892100"/>
                </a:lnTo>
                <a:lnTo>
                  <a:pt x="337620" y="925607"/>
                </a:lnTo>
                <a:lnTo>
                  <a:pt x="369045" y="958020"/>
                </a:lnTo>
                <a:lnTo>
                  <a:pt x="401633" y="989301"/>
                </a:lnTo>
                <a:lnTo>
                  <a:pt x="435352" y="1019415"/>
                </a:lnTo>
                <a:lnTo>
                  <a:pt x="470173" y="1048325"/>
                </a:lnTo>
                <a:lnTo>
                  <a:pt x="506066" y="1075995"/>
                </a:lnTo>
                <a:lnTo>
                  <a:pt x="542999" y="1102388"/>
                </a:lnTo>
                <a:lnTo>
                  <a:pt x="580943" y="1127467"/>
                </a:lnTo>
                <a:lnTo>
                  <a:pt x="619868" y="1151198"/>
                </a:lnTo>
                <a:lnTo>
                  <a:pt x="659742" y="1173542"/>
                </a:lnTo>
                <a:lnTo>
                  <a:pt x="700536" y="1194464"/>
                </a:lnTo>
                <a:lnTo>
                  <a:pt x="742219" y="1213928"/>
                </a:lnTo>
                <a:lnTo>
                  <a:pt x="784760" y="1231896"/>
                </a:lnTo>
                <a:lnTo>
                  <a:pt x="828131" y="1248333"/>
                </a:lnTo>
                <a:lnTo>
                  <a:pt x="872299" y="1263202"/>
                </a:lnTo>
                <a:lnTo>
                  <a:pt x="917235" y="1276467"/>
                </a:lnTo>
                <a:lnTo>
                  <a:pt x="962908" y="1288091"/>
                </a:lnTo>
                <a:lnTo>
                  <a:pt x="1009288" y="1298038"/>
                </a:lnTo>
                <a:lnTo>
                  <a:pt x="1056345" y="1306271"/>
                </a:lnTo>
                <a:lnTo>
                  <a:pt x="1104049" y="1312755"/>
                </a:lnTo>
                <a:lnTo>
                  <a:pt x="1105823" y="1264787"/>
                </a:lnTo>
                <a:lnTo>
                  <a:pt x="1105767" y="1217136"/>
                </a:lnTo>
                <a:lnTo>
                  <a:pt x="1103913" y="1169839"/>
                </a:lnTo>
                <a:lnTo>
                  <a:pt x="1100290" y="1122933"/>
                </a:lnTo>
                <a:lnTo>
                  <a:pt x="1094929" y="1076454"/>
                </a:lnTo>
                <a:lnTo>
                  <a:pt x="1087861" y="1030441"/>
                </a:lnTo>
                <a:lnTo>
                  <a:pt x="1079115" y="984929"/>
                </a:lnTo>
                <a:lnTo>
                  <a:pt x="1068723" y="939956"/>
                </a:lnTo>
                <a:lnTo>
                  <a:pt x="1056715" y="895558"/>
                </a:lnTo>
                <a:lnTo>
                  <a:pt x="1043122" y="851774"/>
                </a:lnTo>
                <a:lnTo>
                  <a:pt x="1027973" y="808639"/>
                </a:lnTo>
                <a:lnTo>
                  <a:pt x="1011301" y="766190"/>
                </a:lnTo>
                <a:lnTo>
                  <a:pt x="993134" y="724465"/>
                </a:lnTo>
                <a:lnTo>
                  <a:pt x="973504" y="683501"/>
                </a:lnTo>
                <a:lnTo>
                  <a:pt x="952441" y="643334"/>
                </a:lnTo>
                <a:lnTo>
                  <a:pt x="929975" y="604001"/>
                </a:lnTo>
                <a:lnTo>
                  <a:pt x="906138" y="565540"/>
                </a:lnTo>
                <a:lnTo>
                  <a:pt x="880960" y="527988"/>
                </a:lnTo>
                <a:lnTo>
                  <a:pt x="854470" y="491380"/>
                </a:lnTo>
                <a:lnTo>
                  <a:pt x="826701" y="455755"/>
                </a:lnTo>
                <a:lnTo>
                  <a:pt x="797681" y="421149"/>
                </a:lnTo>
                <a:lnTo>
                  <a:pt x="767443" y="387600"/>
                </a:lnTo>
                <a:lnTo>
                  <a:pt x="736015" y="355143"/>
                </a:lnTo>
                <a:lnTo>
                  <a:pt x="703429" y="323817"/>
                </a:lnTo>
                <a:lnTo>
                  <a:pt x="669716" y="293658"/>
                </a:lnTo>
                <a:lnTo>
                  <a:pt x="634905" y="264703"/>
                </a:lnTo>
                <a:lnTo>
                  <a:pt x="599028" y="236989"/>
                </a:lnTo>
                <a:lnTo>
                  <a:pt x="562115" y="210553"/>
                </a:lnTo>
                <a:lnTo>
                  <a:pt x="524195" y="185432"/>
                </a:lnTo>
                <a:lnTo>
                  <a:pt x="485301" y="161662"/>
                </a:lnTo>
                <a:lnTo>
                  <a:pt x="445462" y="139282"/>
                </a:lnTo>
                <a:lnTo>
                  <a:pt x="404709" y="118328"/>
                </a:lnTo>
                <a:lnTo>
                  <a:pt x="363072" y="98836"/>
                </a:lnTo>
                <a:lnTo>
                  <a:pt x="320583" y="80844"/>
                </a:lnTo>
                <a:lnTo>
                  <a:pt x="277270" y="64389"/>
                </a:lnTo>
                <a:lnTo>
                  <a:pt x="233166" y="49508"/>
                </a:lnTo>
                <a:lnTo>
                  <a:pt x="188300" y="36237"/>
                </a:lnTo>
                <a:lnTo>
                  <a:pt x="142703" y="24614"/>
                </a:lnTo>
                <a:lnTo>
                  <a:pt x="96405" y="14675"/>
                </a:lnTo>
                <a:lnTo>
                  <a:pt x="49438" y="6458"/>
                </a:lnTo>
                <a:lnTo>
                  <a:pt x="1831" y="0"/>
                </a:lnTo>
                <a:close/>
              </a:path>
            </a:pathLst>
          </a:custGeom>
          <a:solidFill>
            <a:srgbClr val="02391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7"/>
          <p:cNvSpPr/>
          <p:nvPr/>
        </p:nvSpPr>
        <p:spPr>
          <a:xfrm rot="-5400000">
            <a:off x="3985426" y="3855439"/>
            <a:ext cx="511689" cy="633317"/>
          </a:xfrm>
          <a:custGeom>
            <a:rect b="b" l="l" r="r" t="t"/>
            <a:pathLst>
              <a:path extrusionOk="0" h="1038225" w="838834">
                <a:moveTo>
                  <a:pt x="838361" y="103780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95E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67"/>
          <p:cNvCxnSpPr/>
          <p:nvPr/>
        </p:nvCxnSpPr>
        <p:spPr>
          <a:xfrm>
            <a:off x="-63737" y="3919488"/>
            <a:ext cx="9286500" cy="0"/>
          </a:xfrm>
          <a:prstGeom prst="straightConnector1">
            <a:avLst/>
          </a:prstGeom>
          <a:noFill/>
          <a:ln cap="flat" cmpd="sng" w="28575">
            <a:solidFill>
              <a:srgbClr val="95E12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65146" y="2470150"/>
            <a:ext cx="2357707" cy="25103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" name="Google Shape;36;p58"/>
          <p:cNvGrpSpPr/>
          <p:nvPr/>
        </p:nvGrpSpPr>
        <p:grpSpPr>
          <a:xfrm>
            <a:off x="-143932" y="4697722"/>
            <a:ext cx="9110288" cy="365345"/>
            <a:chOff x="4411970" y="2962952"/>
            <a:chExt cx="706545" cy="104213"/>
          </a:xfrm>
        </p:grpSpPr>
        <p:sp>
          <p:nvSpPr>
            <p:cNvPr id="37" name="Google Shape;37;p58"/>
            <p:cNvSpPr/>
            <p:nvPr/>
          </p:nvSpPr>
          <p:spPr>
            <a:xfrm>
              <a:off x="4583864" y="2962952"/>
              <a:ext cx="534651" cy="104077"/>
            </a:xfrm>
            <a:custGeom>
              <a:rect b="b" l="l" r="r" t="t"/>
              <a:pathLst>
                <a:path extrusionOk="0" h="2305" w="11841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8"/>
            <p:cNvSpPr/>
            <p:nvPr/>
          </p:nvSpPr>
          <p:spPr>
            <a:xfrm>
              <a:off x="4411970" y="2963088"/>
              <a:ext cx="124124" cy="104077"/>
            </a:xfrm>
            <a:custGeom>
              <a:rect b="b" l="l" r="r" t="t"/>
              <a:pathLst>
                <a:path extrusionOk="0" h="2305" w="2749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58"/>
            <p:cNvSpPr/>
            <p:nvPr/>
          </p:nvSpPr>
          <p:spPr>
            <a:xfrm>
              <a:off x="4496946" y="2963133"/>
              <a:ext cx="79920" cy="104031"/>
            </a:xfrm>
            <a:custGeom>
              <a:rect b="b" l="l" r="r" t="t"/>
              <a:pathLst>
                <a:path extrusionOk="0" h="2304" w="177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8"/>
            <p:cNvSpPr/>
            <p:nvPr/>
          </p:nvSpPr>
          <p:spPr>
            <a:xfrm>
              <a:off x="4537628" y="2963133"/>
              <a:ext cx="79965" cy="104031"/>
            </a:xfrm>
            <a:custGeom>
              <a:rect b="b" l="l" r="r" t="t"/>
              <a:pathLst>
                <a:path extrusionOk="0" h="2304" w="1771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2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65146" y="2470150"/>
            <a:ext cx="2357707" cy="25103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oogle Shape;43;p85"/>
          <p:cNvGrpSpPr/>
          <p:nvPr/>
        </p:nvGrpSpPr>
        <p:grpSpPr>
          <a:xfrm>
            <a:off x="-143932" y="4697722"/>
            <a:ext cx="9110288" cy="365345"/>
            <a:chOff x="4411970" y="2962952"/>
            <a:chExt cx="706545" cy="104213"/>
          </a:xfrm>
        </p:grpSpPr>
        <p:sp>
          <p:nvSpPr>
            <p:cNvPr id="44" name="Google Shape;44;p85"/>
            <p:cNvSpPr/>
            <p:nvPr/>
          </p:nvSpPr>
          <p:spPr>
            <a:xfrm>
              <a:off x="4583864" y="2962952"/>
              <a:ext cx="534651" cy="104077"/>
            </a:xfrm>
            <a:custGeom>
              <a:rect b="b" l="l" r="r" t="t"/>
              <a:pathLst>
                <a:path extrusionOk="0" h="2305" w="11841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85"/>
            <p:cNvSpPr/>
            <p:nvPr/>
          </p:nvSpPr>
          <p:spPr>
            <a:xfrm>
              <a:off x="4411970" y="2963088"/>
              <a:ext cx="124124" cy="104077"/>
            </a:xfrm>
            <a:custGeom>
              <a:rect b="b" l="l" r="r" t="t"/>
              <a:pathLst>
                <a:path extrusionOk="0" h="2305" w="2749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85"/>
            <p:cNvSpPr/>
            <p:nvPr/>
          </p:nvSpPr>
          <p:spPr>
            <a:xfrm>
              <a:off x="4496946" y="2963133"/>
              <a:ext cx="79920" cy="104031"/>
            </a:xfrm>
            <a:custGeom>
              <a:rect b="b" l="l" r="r" t="t"/>
              <a:pathLst>
                <a:path extrusionOk="0" h="2304" w="177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85"/>
            <p:cNvSpPr/>
            <p:nvPr/>
          </p:nvSpPr>
          <p:spPr>
            <a:xfrm>
              <a:off x="4537628" y="2963133"/>
              <a:ext cx="79965" cy="104031"/>
            </a:xfrm>
            <a:custGeom>
              <a:rect b="b" l="l" r="r" t="t"/>
              <a:pathLst>
                <a:path extrusionOk="0" h="2304" w="1771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85"/>
          <p:cNvGrpSpPr/>
          <p:nvPr/>
        </p:nvGrpSpPr>
        <p:grpSpPr>
          <a:xfrm flipH="1" rot="10800000">
            <a:off x="-209523" y="-140948"/>
            <a:ext cx="1522379" cy="1235144"/>
            <a:chOff x="-280849" y="8020047"/>
            <a:chExt cx="3044759" cy="2470287"/>
          </a:xfrm>
        </p:grpSpPr>
        <p:sp>
          <p:nvSpPr>
            <p:cNvPr id="49" name="Google Shape;49;p85"/>
            <p:cNvSpPr/>
            <p:nvPr/>
          </p:nvSpPr>
          <p:spPr>
            <a:xfrm>
              <a:off x="468630" y="8020047"/>
              <a:ext cx="1378217" cy="2197164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85"/>
            <p:cNvSpPr/>
            <p:nvPr/>
          </p:nvSpPr>
          <p:spPr>
            <a:xfrm>
              <a:off x="372386" y="8761316"/>
              <a:ext cx="965779" cy="1728989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85"/>
            <p:cNvSpPr/>
            <p:nvPr/>
          </p:nvSpPr>
          <p:spPr>
            <a:xfrm>
              <a:off x="-280849" y="8124462"/>
              <a:ext cx="1147094" cy="236587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5"/>
            <p:cNvSpPr/>
            <p:nvPr/>
          </p:nvSpPr>
          <p:spPr>
            <a:xfrm>
              <a:off x="63245" y="9042576"/>
              <a:ext cx="346715" cy="1441006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5"/>
            <p:cNvSpPr/>
            <p:nvPr/>
          </p:nvSpPr>
          <p:spPr>
            <a:xfrm>
              <a:off x="272803" y="9385156"/>
              <a:ext cx="2491107" cy="1105120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95E1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5"/>
            <p:cNvSpPr/>
            <p:nvPr/>
          </p:nvSpPr>
          <p:spPr>
            <a:xfrm>
              <a:off x="505423" y="9860767"/>
              <a:ext cx="1373754" cy="62798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1_Big number"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0"/>
          <p:cNvSpPr/>
          <p:nvPr/>
        </p:nvSpPr>
        <p:spPr>
          <a:xfrm rot="-5400000">
            <a:off x="3999487" y="3104363"/>
            <a:ext cx="674764" cy="801039"/>
          </a:xfrm>
          <a:custGeom>
            <a:rect b="b" l="l" r="r" t="t"/>
            <a:pathLst>
              <a:path extrusionOk="0" h="1313179" w="1106170">
                <a:moveTo>
                  <a:pt x="1103991" y="0"/>
                </a:moveTo>
                <a:lnTo>
                  <a:pt x="1056384" y="6458"/>
                </a:lnTo>
                <a:lnTo>
                  <a:pt x="1009417" y="14675"/>
                </a:lnTo>
                <a:lnTo>
                  <a:pt x="963119" y="24614"/>
                </a:lnTo>
                <a:lnTo>
                  <a:pt x="917522" y="36237"/>
                </a:lnTo>
                <a:lnTo>
                  <a:pt x="872657" y="49508"/>
                </a:lnTo>
                <a:lnTo>
                  <a:pt x="828552" y="64389"/>
                </a:lnTo>
                <a:lnTo>
                  <a:pt x="785240" y="80844"/>
                </a:lnTo>
                <a:lnTo>
                  <a:pt x="742750" y="98836"/>
                </a:lnTo>
                <a:lnTo>
                  <a:pt x="701113" y="118328"/>
                </a:lnTo>
                <a:lnTo>
                  <a:pt x="660360" y="139282"/>
                </a:lnTo>
                <a:lnTo>
                  <a:pt x="620521" y="161662"/>
                </a:lnTo>
                <a:lnTo>
                  <a:pt x="581627" y="185432"/>
                </a:lnTo>
                <a:lnTo>
                  <a:pt x="543708" y="210553"/>
                </a:lnTo>
                <a:lnTo>
                  <a:pt x="506794" y="236989"/>
                </a:lnTo>
                <a:lnTo>
                  <a:pt x="470917" y="264703"/>
                </a:lnTo>
                <a:lnTo>
                  <a:pt x="436106" y="293658"/>
                </a:lnTo>
                <a:lnTo>
                  <a:pt x="402393" y="323817"/>
                </a:lnTo>
                <a:lnTo>
                  <a:pt x="369807" y="355143"/>
                </a:lnTo>
                <a:lnTo>
                  <a:pt x="338380" y="387600"/>
                </a:lnTo>
                <a:lnTo>
                  <a:pt x="308141" y="421149"/>
                </a:lnTo>
                <a:lnTo>
                  <a:pt x="279121" y="455755"/>
                </a:lnTo>
                <a:lnTo>
                  <a:pt x="251352" y="491380"/>
                </a:lnTo>
                <a:lnTo>
                  <a:pt x="224863" y="527988"/>
                </a:lnTo>
                <a:lnTo>
                  <a:pt x="199684" y="565540"/>
                </a:lnTo>
                <a:lnTo>
                  <a:pt x="175847" y="604001"/>
                </a:lnTo>
                <a:lnTo>
                  <a:pt x="153381" y="643334"/>
                </a:lnTo>
                <a:lnTo>
                  <a:pt x="132319" y="683501"/>
                </a:lnTo>
                <a:lnTo>
                  <a:pt x="112688" y="724465"/>
                </a:lnTo>
                <a:lnTo>
                  <a:pt x="94522" y="766190"/>
                </a:lnTo>
                <a:lnTo>
                  <a:pt x="77849" y="808639"/>
                </a:lnTo>
                <a:lnTo>
                  <a:pt x="62701" y="851774"/>
                </a:lnTo>
                <a:lnTo>
                  <a:pt x="49107" y="895558"/>
                </a:lnTo>
                <a:lnTo>
                  <a:pt x="37099" y="939956"/>
                </a:lnTo>
                <a:lnTo>
                  <a:pt x="26707" y="984929"/>
                </a:lnTo>
                <a:lnTo>
                  <a:pt x="17962" y="1030441"/>
                </a:lnTo>
                <a:lnTo>
                  <a:pt x="10893" y="1076454"/>
                </a:lnTo>
                <a:lnTo>
                  <a:pt x="5532" y="1122933"/>
                </a:lnTo>
                <a:lnTo>
                  <a:pt x="1909" y="1169839"/>
                </a:lnTo>
                <a:lnTo>
                  <a:pt x="55" y="1217136"/>
                </a:lnTo>
                <a:lnTo>
                  <a:pt x="0" y="1264787"/>
                </a:lnTo>
                <a:lnTo>
                  <a:pt x="1774" y="1312755"/>
                </a:lnTo>
                <a:lnTo>
                  <a:pt x="49477" y="1306271"/>
                </a:lnTo>
                <a:lnTo>
                  <a:pt x="96534" y="1298038"/>
                </a:lnTo>
                <a:lnTo>
                  <a:pt x="142914" y="1288091"/>
                </a:lnTo>
                <a:lnTo>
                  <a:pt x="188587" y="1276467"/>
                </a:lnTo>
                <a:lnTo>
                  <a:pt x="233523" y="1263202"/>
                </a:lnTo>
                <a:lnTo>
                  <a:pt x="277692" y="1248333"/>
                </a:lnTo>
                <a:lnTo>
                  <a:pt x="321062" y="1231896"/>
                </a:lnTo>
                <a:lnTo>
                  <a:pt x="363604" y="1213928"/>
                </a:lnTo>
                <a:lnTo>
                  <a:pt x="405287" y="1194464"/>
                </a:lnTo>
                <a:lnTo>
                  <a:pt x="446080" y="1173542"/>
                </a:lnTo>
                <a:lnTo>
                  <a:pt x="485955" y="1151198"/>
                </a:lnTo>
                <a:lnTo>
                  <a:pt x="524879" y="1127467"/>
                </a:lnTo>
                <a:lnTo>
                  <a:pt x="562823" y="1102388"/>
                </a:lnTo>
                <a:lnTo>
                  <a:pt x="599757" y="1075995"/>
                </a:lnTo>
                <a:lnTo>
                  <a:pt x="635649" y="1048325"/>
                </a:lnTo>
                <a:lnTo>
                  <a:pt x="670470" y="1019415"/>
                </a:lnTo>
                <a:lnTo>
                  <a:pt x="704190" y="989301"/>
                </a:lnTo>
                <a:lnTo>
                  <a:pt x="736777" y="958020"/>
                </a:lnTo>
                <a:lnTo>
                  <a:pt x="768202" y="925607"/>
                </a:lnTo>
                <a:lnTo>
                  <a:pt x="798434" y="892100"/>
                </a:lnTo>
                <a:lnTo>
                  <a:pt x="827443" y="857534"/>
                </a:lnTo>
                <a:lnTo>
                  <a:pt x="855198" y="821946"/>
                </a:lnTo>
                <a:lnTo>
                  <a:pt x="881670" y="785373"/>
                </a:lnTo>
                <a:lnTo>
                  <a:pt x="906827" y="747850"/>
                </a:lnTo>
                <a:lnTo>
                  <a:pt x="930639" y="709414"/>
                </a:lnTo>
                <a:lnTo>
                  <a:pt x="953077" y="670103"/>
                </a:lnTo>
                <a:lnTo>
                  <a:pt x="974109" y="629951"/>
                </a:lnTo>
                <a:lnTo>
                  <a:pt x="993706" y="588995"/>
                </a:lnTo>
                <a:lnTo>
                  <a:pt x="1011836" y="547272"/>
                </a:lnTo>
                <a:lnTo>
                  <a:pt x="1028470" y="504819"/>
                </a:lnTo>
                <a:lnTo>
                  <a:pt x="1043577" y="461671"/>
                </a:lnTo>
                <a:lnTo>
                  <a:pt x="1057127" y="417864"/>
                </a:lnTo>
                <a:lnTo>
                  <a:pt x="1069089" y="373437"/>
                </a:lnTo>
                <a:lnTo>
                  <a:pt x="1079433" y="328423"/>
                </a:lnTo>
                <a:lnTo>
                  <a:pt x="1088129" y="282861"/>
                </a:lnTo>
                <a:lnTo>
                  <a:pt x="1095147" y="236787"/>
                </a:lnTo>
                <a:lnTo>
                  <a:pt x="1100455" y="190236"/>
                </a:lnTo>
                <a:lnTo>
                  <a:pt x="1104024" y="143245"/>
                </a:lnTo>
                <a:lnTo>
                  <a:pt x="1105710" y="98836"/>
                </a:lnTo>
                <a:lnTo>
                  <a:pt x="1105823" y="48091"/>
                </a:lnTo>
                <a:lnTo>
                  <a:pt x="1103991" y="0"/>
                </a:lnTo>
                <a:close/>
              </a:path>
            </a:pathLst>
          </a:custGeom>
          <a:solidFill>
            <a:srgbClr val="95E1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0"/>
          <p:cNvSpPr/>
          <p:nvPr/>
        </p:nvSpPr>
        <p:spPr>
          <a:xfrm rot="-5400000">
            <a:off x="4264599" y="3345731"/>
            <a:ext cx="511689" cy="633317"/>
          </a:xfrm>
          <a:custGeom>
            <a:rect b="b" l="l" r="r" t="t"/>
            <a:pathLst>
              <a:path extrusionOk="0" h="1038225" w="838834">
                <a:moveTo>
                  <a:pt x="0" y="1037800"/>
                </a:moveTo>
                <a:lnTo>
                  <a:pt x="838361" y="0"/>
                </a:lnTo>
              </a:path>
            </a:pathLst>
          </a:custGeom>
          <a:noFill/>
          <a:ln cap="flat" cmpd="sng" w="9525">
            <a:solidFill>
              <a:srgbClr val="023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0"/>
          <p:cNvSpPr/>
          <p:nvPr/>
        </p:nvSpPr>
        <p:spPr>
          <a:xfrm rot="-5400000">
            <a:off x="3720314" y="3928622"/>
            <a:ext cx="674764" cy="801039"/>
          </a:xfrm>
          <a:custGeom>
            <a:rect b="b" l="l" r="r" t="t"/>
            <a:pathLst>
              <a:path extrusionOk="0" h="1313179" w="1106170">
                <a:moveTo>
                  <a:pt x="1831" y="0"/>
                </a:moveTo>
                <a:lnTo>
                  <a:pt x="0" y="48091"/>
                </a:lnTo>
                <a:lnTo>
                  <a:pt x="112" y="98836"/>
                </a:lnTo>
                <a:lnTo>
                  <a:pt x="1798" y="143245"/>
                </a:lnTo>
                <a:lnTo>
                  <a:pt x="5367" y="190236"/>
                </a:lnTo>
                <a:lnTo>
                  <a:pt x="10706" y="236989"/>
                </a:lnTo>
                <a:lnTo>
                  <a:pt x="17693" y="282861"/>
                </a:lnTo>
                <a:lnTo>
                  <a:pt x="26389" y="328423"/>
                </a:lnTo>
                <a:lnTo>
                  <a:pt x="36733" y="373437"/>
                </a:lnTo>
                <a:lnTo>
                  <a:pt x="48696" y="417864"/>
                </a:lnTo>
                <a:lnTo>
                  <a:pt x="62245" y="461671"/>
                </a:lnTo>
                <a:lnTo>
                  <a:pt x="77353" y="504819"/>
                </a:lnTo>
                <a:lnTo>
                  <a:pt x="93986" y="547272"/>
                </a:lnTo>
                <a:lnTo>
                  <a:pt x="112117" y="588995"/>
                </a:lnTo>
                <a:lnTo>
                  <a:pt x="131713" y="629951"/>
                </a:lnTo>
                <a:lnTo>
                  <a:pt x="152745" y="670103"/>
                </a:lnTo>
                <a:lnTo>
                  <a:pt x="175183" y="709414"/>
                </a:lnTo>
                <a:lnTo>
                  <a:pt x="198995" y="747850"/>
                </a:lnTo>
                <a:lnTo>
                  <a:pt x="224153" y="785373"/>
                </a:lnTo>
                <a:lnTo>
                  <a:pt x="250624" y="821946"/>
                </a:lnTo>
                <a:lnTo>
                  <a:pt x="278379" y="857534"/>
                </a:lnTo>
                <a:lnTo>
                  <a:pt x="307388" y="892100"/>
                </a:lnTo>
                <a:lnTo>
                  <a:pt x="337620" y="925607"/>
                </a:lnTo>
                <a:lnTo>
                  <a:pt x="369045" y="958020"/>
                </a:lnTo>
                <a:lnTo>
                  <a:pt x="401633" y="989301"/>
                </a:lnTo>
                <a:lnTo>
                  <a:pt x="435352" y="1019415"/>
                </a:lnTo>
                <a:lnTo>
                  <a:pt x="470173" y="1048325"/>
                </a:lnTo>
                <a:lnTo>
                  <a:pt x="506066" y="1075995"/>
                </a:lnTo>
                <a:lnTo>
                  <a:pt x="542999" y="1102388"/>
                </a:lnTo>
                <a:lnTo>
                  <a:pt x="580943" y="1127467"/>
                </a:lnTo>
                <a:lnTo>
                  <a:pt x="619868" y="1151198"/>
                </a:lnTo>
                <a:lnTo>
                  <a:pt x="659742" y="1173542"/>
                </a:lnTo>
                <a:lnTo>
                  <a:pt x="700536" y="1194464"/>
                </a:lnTo>
                <a:lnTo>
                  <a:pt x="742219" y="1213928"/>
                </a:lnTo>
                <a:lnTo>
                  <a:pt x="784760" y="1231896"/>
                </a:lnTo>
                <a:lnTo>
                  <a:pt x="828131" y="1248333"/>
                </a:lnTo>
                <a:lnTo>
                  <a:pt x="872299" y="1263202"/>
                </a:lnTo>
                <a:lnTo>
                  <a:pt x="917235" y="1276467"/>
                </a:lnTo>
                <a:lnTo>
                  <a:pt x="962908" y="1288091"/>
                </a:lnTo>
                <a:lnTo>
                  <a:pt x="1009288" y="1298038"/>
                </a:lnTo>
                <a:lnTo>
                  <a:pt x="1056345" y="1306271"/>
                </a:lnTo>
                <a:lnTo>
                  <a:pt x="1104049" y="1312755"/>
                </a:lnTo>
                <a:lnTo>
                  <a:pt x="1105823" y="1264787"/>
                </a:lnTo>
                <a:lnTo>
                  <a:pt x="1105767" y="1217136"/>
                </a:lnTo>
                <a:lnTo>
                  <a:pt x="1103913" y="1169839"/>
                </a:lnTo>
                <a:lnTo>
                  <a:pt x="1100290" y="1122933"/>
                </a:lnTo>
                <a:lnTo>
                  <a:pt x="1094929" y="1076454"/>
                </a:lnTo>
                <a:lnTo>
                  <a:pt x="1087861" y="1030441"/>
                </a:lnTo>
                <a:lnTo>
                  <a:pt x="1079115" y="984929"/>
                </a:lnTo>
                <a:lnTo>
                  <a:pt x="1068723" y="939956"/>
                </a:lnTo>
                <a:lnTo>
                  <a:pt x="1056715" y="895558"/>
                </a:lnTo>
                <a:lnTo>
                  <a:pt x="1043122" y="851774"/>
                </a:lnTo>
                <a:lnTo>
                  <a:pt x="1027973" y="808639"/>
                </a:lnTo>
                <a:lnTo>
                  <a:pt x="1011301" y="766190"/>
                </a:lnTo>
                <a:lnTo>
                  <a:pt x="993134" y="724465"/>
                </a:lnTo>
                <a:lnTo>
                  <a:pt x="973504" y="683501"/>
                </a:lnTo>
                <a:lnTo>
                  <a:pt x="952441" y="643334"/>
                </a:lnTo>
                <a:lnTo>
                  <a:pt x="929975" y="604001"/>
                </a:lnTo>
                <a:lnTo>
                  <a:pt x="906138" y="565540"/>
                </a:lnTo>
                <a:lnTo>
                  <a:pt x="880960" y="527988"/>
                </a:lnTo>
                <a:lnTo>
                  <a:pt x="854470" y="491380"/>
                </a:lnTo>
                <a:lnTo>
                  <a:pt x="826701" y="455755"/>
                </a:lnTo>
                <a:lnTo>
                  <a:pt x="797681" y="421149"/>
                </a:lnTo>
                <a:lnTo>
                  <a:pt x="767443" y="387600"/>
                </a:lnTo>
                <a:lnTo>
                  <a:pt x="736015" y="355143"/>
                </a:lnTo>
                <a:lnTo>
                  <a:pt x="703429" y="323817"/>
                </a:lnTo>
                <a:lnTo>
                  <a:pt x="669716" y="293658"/>
                </a:lnTo>
                <a:lnTo>
                  <a:pt x="634905" y="264703"/>
                </a:lnTo>
                <a:lnTo>
                  <a:pt x="599028" y="236989"/>
                </a:lnTo>
                <a:lnTo>
                  <a:pt x="562115" y="210553"/>
                </a:lnTo>
                <a:lnTo>
                  <a:pt x="524195" y="185432"/>
                </a:lnTo>
                <a:lnTo>
                  <a:pt x="485301" y="161662"/>
                </a:lnTo>
                <a:lnTo>
                  <a:pt x="445462" y="139282"/>
                </a:lnTo>
                <a:lnTo>
                  <a:pt x="404709" y="118328"/>
                </a:lnTo>
                <a:lnTo>
                  <a:pt x="363072" y="98836"/>
                </a:lnTo>
                <a:lnTo>
                  <a:pt x="320583" y="80844"/>
                </a:lnTo>
                <a:lnTo>
                  <a:pt x="277270" y="64389"/>
                </a:lnTo>
                <a:lnTo>
                  <a:pt x="233166" y="49508"/>
                </a:lnTo>
                <a:lnTo>
                  <a:pt x="188300" y="36237"/>
                </a:lnTo>
                <a:lnTo>
                  <a:pt x="142703" y="24614"/>
                </a:lnTo>
                <a:lnTo>
                  <a:pt x="96405" y="14675"/>
                </a:lnTo>
                <a:lnTo>
                  <a:pt x="49438" y="6458"/>
                </a:lnTo>
                <a:lnTo>
                  <a:pt x="1831" y="0"/>
                </a:lnTo>
                <a:close/>
              </a:path>
            </a:pathLst>
          </a:custGeom>
          <a:solidFill>
            <a:srgbClr val="95E1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0"/>
          <p:cNvSpPr/>
          <p:nvPr/>
        </p:nvSpPr>
        <p:spPr>
          <a:xfrm rot="-5400000">
            <a:off x="3985426" y="3855439"/>
            <a:ext cx="511689" cy="633317"/>
          </a:xfrm>
          <a:custGeom>
            <a:rect b="b" l="l" r="r" t="t"/>
            <a:pathLst>
              <a:path extrusionOk="0" h="1038225" w="838834">
                <a:moveTo>
                  <a:pt x="838361" y="103780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23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90"/>
          <p:cNvCxnSpPr/>
          <p:nvPr/>
        </p:nvCxnSpPr>
        <p:spPr>
          <a:xfrm>
            <a:off x="-63737" y="3919488"/>
            <a:ext cx="9286500" cy="0"/>
          </a:xfrm>
          <a:prstGeom prst="straightConnector1">
            <a:avLst/>
          </a:prstGeom>
          <a:noFill/>
          <a:ln cap="flat" cmpd="sng" w="28575">
            <a:solidFill>
              <a:srgbClr val="0239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6">
    <p:bg>
      <p:bgPr>
        <a:solidFill>
          <a:schemeClr val="lt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9"/>
          <p:cNvGrpSpPr/>
          <p:nvPr/>
        </p:nvGrpSpPr>
        <p:grpSpPr>
          <a:xfrm>
            <a:off x="-143932" y="4697722"/>
            <a:ext cx="9110288" cy="365345"/>
            <a:chOff x="4411970" y="2962952"/>
            <a:chExt cx="706545" cy="104213"/>
          </a:xfrm>
        </p:grpSpPr>
        <p:sp>
          <p:nvSpPr>
            <p:cNvPr id="63" name="Google Shape;63;p89"/>
            <p:cNvSpPr/>
            <p:nvPr/>
          </p:nvSpPr>
          <p:spPr>
            <a:xfrm>
              <a:off x="4583864" y="2962952"/>
              <a:ext cx="534651" cy="104077"/>
            </a:xfrm>
            <a:custGeom>
              <a:rect b="b" l="l" r="r" t="t"/>
              <a:pathLst>
                <a:path extrusionOk="0" h="2305" w="11841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89"/>
            <p:cNvSpPr/>
            <p:nvPr/>
          </p:nvSpPr>
          <p:spPr>
            <a:xfrm>
              <a:off x="4411970" y="2963088"/>
              <a:ext cx="124124" cy="104077"/>
            </a:xfrm>
            <a:custGeom>
              <a:rect b="b" l="l" r="r" t="t"/>
              <a:pathLst>
                <a:path extrusionOk="0" h="2305" w="2749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89"/>
            <p:cNvSpPr/>
            <p:nvPr/>
          </p:nvSpPr>
          <p:spPr>
            <a:xfrm>
              <a:off x="4496946" y="2963133"/>
              <a:ext cx="79920" cy="104031"/>
            </a:xfrm>
            <a:custGeom>
              <a:rect b="b" l="l" r="r" t="t"/>
              <a:pathLst>
                <a:path extrusionOk="0" h="2304" w="177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89"/>
            <p:cNvSpPr/>
            <p:nvPr/>
          </p:nvSpPr>
          <p:spPr>
            <a:xfrm>
              <a:off x="4537628" y="2963133"/>
              <a:ext cx="79965" cy="104031"/>
            </a:xfrm>
            <a:custGeom>
              <a:rect b="b" l="l" r="r" t="t"/>
              <a:pathLst>
                <a:path extrusionOk="0" h="2304" w="1771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" name="Google Shape;67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90545" y="2405473"/>
            <a:ext cx="2431921" cy="258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3"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86"/>
          <p:cNvGrpSpPr/>
          <p:nvPr/>
        </p:nvGrpSpPr>
        <p:grpSpPr>
          <a:xfrm>
            <a:off x="-143932" y="4697722"/>
            <a:ext cx="9110288" cy="365345"/>
            <a:chOff x="4411970" y="2962952"/>
            <a:chExt cx="706545" cy="104213"/>
          </a:xfrm>
        </p:grpSpPr>
        <p:sp>
          <p:nvSpPr>
            <p:cNvPr id="70" name="Google Shape;70;p86"/>
            <p:cNvSpPr/>
            <p:nvPr/>
          </p:nvSpPr>
          <p:spPr>
            <a:xfrm>
              <a:off x="4583864" y="2962952"/>
              <a:ext cx="534651" cy="104077"/>
            </a:xfrm>
            <a:custGeom>
              <a:rect b="b" l="l" r="r" t="t"/>
              <a:pathLst>
                <a:path extrusionOk="0" h="2305" w="11841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86"/>
            <p:cNvSpPr/>
            <p:nvPr/>
          </p:nvSpPr>
          <p:spPr>
            <a:xfrm>
              <a:off x="4411970" y="2963088"/>
              <a:ext cx="124124" cy="104077"/>
            </a:xfrm>
            <a:custGeom>
              <a:rect b="b" l="l" r="r" t="t"/>
              <a:pathLst>
                <a:path extrusionOk="0" h="2305" w="2749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6"/>
            <p:cNvSpPr/>
            <p:nvPr/>
          </p:nvSpPr>
          <p:spPr>
            <a:xfrm>
              <a:off x="4496946" y="2963133"/>
              <a:ext cx="79920" cy="104031"/>
            </a:xfrm>
            <a:custGeom>
              <a:rect b="b" l="l" r="r" t="t"/>
              <a:pathLst>
                <a:path extrusionOk="0" h="2304" w="177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6"/>
            <p:cNvSpPr/>
            <p:nvPr/>
          </p:nvSpPr>
          <p:spPr>
            <a:xfrm>
              <a:off x="4537628" y="2963133"/>
              <a:ext cx="79965" cy="104031"/>
            </a:xfrm>
            <a:custGeom>
              <a:rect b="b" l="l" r="r" t="t"/>
              <a:pathLst>
                <a:path extrusionOk="0" h="2304" w="1771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" name="Google Shape;74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90545" y="2405473"/>
            <a:ext cx="2431921" cy="258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86"/>
          <p:cNvGrpSpPr/>
          <p:nvPr/>
        </p:nvGrpSpPr>
        <p:grpSpPr>
          <a:xfrm flipH="1" rot="10800000">
            <a:off x="-209523" y="-140948"/>
            <a:ext cx="1522379" cy="1235144"/>
            <a:chOff x="-280849" y="8020047"/>
            <a:chExt cx="3044759" cy="2470287"/>
          </a:xfrm>
        </p:grpSpPr>
        <p:sp>
          <p:nvSpPr>
            <p:cNvPr id="76" name="Google Shape;76;p86"/>
            <p:cNvSpPr/>
            <p:nvPr/>
          </p:nvSpPr>
          <p:spPr>
            <a:xfrm>
              <a:off x="468630" y="8020047"/>
              <a:ext cx="1378217" cy="2197164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6"/>
            <p:cNvSpPr/>
            <p:nvPr/>
          </p:nvSpPr>
          <p:spPr>
            <a:xfrm>
              <a:off x="372386" y="8761316"/>
              <a:ext cx="965779" cy="1728989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rgbClr val="95E12F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6"/>
            <p:cNvSpPr/>
            <p:nvPr/>
          </p:nvSpPr>
          <p:spPr>
            <a:xfrm>
              <a:off x="-280849" y="8124462"/>
              <a:ext cx="1147094" cy="236587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6"/>
            <p:cNvSpPr/>
            <p:nvPr/>
          </p:nvSpPr>
          <p:spPr>
            <a:xfrm>
              <a:off x="63245" y="9042576"/>
              <a:ext cx="346715" cy="1441006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rgbClr val="95E12F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86"/>
            <p:cNvSpPr/>
            <p:nvPr/>
          </p:nvSpPr>
          <p:spPr>
            <a:xfrm>
              <a:off x="272803" y="9385156"/>
              <a:ext cx="2491107" cy="1105120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86"/>
            <p:cNvSpPr/>
            <p:nvPr/>
          </p:nvSpPr>
          <p:spPr>
            <a:xfrm>
              <a:off x="505423" y="9860767"/>
              <a:ext cx="1373754" cy="62798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solidFill>
              <a:srgbClr val="95E12F"/>
            </a:solidFill>
            <a:ln cap="flat" cmpd="sng" w="9525">
              <a:solidFill>
                <a:srgbClr val="95E12F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1_Section header 4"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87"/>
          <p:cNvGrpSpPr/>
          <p:nvPr/>
        </p:nvGrpSpPr>
        <p:grpSpPr>
          <a:xfrm>
            <a:off x="-143932" y="4697722"/>
            <a:ext cx="9110288" cy="365345"/>
            <a:chOff x="4411970" y="2962952"/>
            <a:chExt cx="706545" cy="104213"/>
          </a:xfrm>
        </p:grpSpPr>
        <p:sp>
          <p:nvSpPr>
            <p:cNvPr id="84" name="Google Shape;84;p87"/>
            <p:cNvSpPr/>
            <p:nvPr/>
          </p:nvSpPr>
          <p:spPr>
            <a:xfrm>
              <a:off x="4583864" y="2962952"/>
              <a:ext cx="534651" cy="104077"/>
            </a:xfrm>
            <a:custGeom>
              <a:rect b="b" l="l" r="r" t="t"/>
              <a:pathLst>
                <a:path extrusionOk="0" h="2305" w="11841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7"/>
            <p:cNvSpPr/>
            <p:nvPr/>
          </p:nvSpPr>
          <p:spPr>
            <a:xfrm>
              <a:off x="4411970" y="2963088"/>
              <a:ext cx="124124" cy="104077"/>
            </a:xfrm>
            <a:custGeom>
              <a:rect b="b" l="l" r="r" t="t"/>
              <a:pathLst>
                <a:path extrusionOk="0" h="2305" w="2749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7"/>
            <p:cNvSpPr/>
            <p:nvPr/>
          </p:nvSpPr>
          <p:spPr>
            <a:xfrm>
              <a:off x="4496946" y="2963133"/>
              <a:ext cx="79920" cy="104031"/>
            </a:xfrm>
            <a:custGeom>
              <a:rect b="b" l="l" r="r" t="t"/>
              <a:pathLst>
                <a:path extrusionOk="0" h="2304" w="177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7"/>
            <p:cNvSpPr/>
            <p:nvPr/>
          </p:nvSpPr>
          <p:spPr>
            <a:xfrm>
              <a:off x="4537628" y="2963133"/>
              <a:ext cx="79965" cy="104031"/>
            </a:xfrm>
            <a:custGeom>
              <a:rect b="b" l="l" r="r" t="t"/>
              <a:pathLst>
                <a:path extrusionOk="0" h="2304" w="1771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023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90545" y="2405473"/>
            <a:ext cx="2431921" cy="258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6"/>
          <p:cNvSpPr txBox="1"/>
          <p:nvPr>
            <p:ph type="ctrTitle"/>
          </p:nvPr>
        </p:nvSpPr>
        <p:spPr>
          <a:xfrm>
            <a:off x="692700" y="515975"/>
            <a:ext cx="3538800" cy="1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3900"/>
              <a:buFont typeface="Lato Black"/>
              <a:buNone/>
              <a:defRPr sz="3900">
                <a:solidFill>
                  <a:srgbClr val="0D678F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p56"/>
          <p:cNvSpPr txBox="1"/>
          <p:nvPr>
            <p:ph idx="1" type="subTitle"/>
          </p:nvPr>
        </p:nvSpPr>
        <p:spPr>
          <a:xfrm>
            <a:off x="692700" y="2376925"/>
            <a:ext cx="3124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800"/>
              <a:buFont typeface="Lato"/>
              <a:buNone/>
              <a:defRPr sz="28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">
    <p:bg>
      <p:bgPr>
        <a:solidFill>
          <a:srgbClr val="F6F7E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60"/>
          <p:cNvGrpSpPr/>
          <p:nvPr/>
        </p:nvGrpSpPr>
        <p:grpSpPr>
          <a:xfrm flipH="1">
            <a:off x="7365818" y="3639476"/>
            <a:ext cx="1946179" cy="1578923"/>
            <a:chOff x="-280825" y="5406743"/>
            <a:chExt cx="6265868" cy="5083462"/>
          </a:xfrm>
        </p:grpSpPr>
        <p:sp>
          <p:nvSpPr>
            <p:cNvPr id="94" name="Google Shape;94;p60"/>
            <p:cNvSpPr/>
            <p:nvPr/>
          </p:nvSpPr>
          <p:spPr>
            <a:xfrm>
              <a:off x="1261543" y="5406743"/>
              <a:ext cx="2836258" cy="4521409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60"/>
            <p:cNvSpPr/>
            <p:nvPr/>
          </p:nvSpPr>
          <p:spPr>
            <a:xfrm>
              <a:off x="1063480" y="6932224"/>
              <a:ext cx="1987494" cy="3557981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0"/>
            <p:cNvSpPr/>
            <p:nvPr/>
          </p:nvSpPr>
          <p:spPr>
            <a:xfrm>
              <a:off x="-280825" y="5621623"/>
              <a:ext cx="2360626" cy="486858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0"/>
            <p:cNvSpPr/>
            <p:nvPr/>
          </p:nvSpPr>
          <p:spPr>
            <a:xfrm>
              <a:off x="427292" y="7511039"/>
              <a:ext cx="713512" cy="2965359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0"/>
            <p:cNvSpPr/>
            <p:nvPr/>
          </p:nvSpPr>
          <p:spPr>
            <a:xfrm>
              <a:off x="858546" y="8216046"/>
              <a:ext cx="5126497" cy="2274159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0"/>
            <p:cNvSpPr/>
            <p:nvPr/>
          </p:nvSpPr>
          <p:spPr>
            <a:xfrm>
              <a:off x="1337261" y="9194823"/>
              <a:ext cx="2827074" cy="129229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60"/>
          <p:cNvSpPr txBox="1"/>
          <p:nvPr>
            <p:ph type="ctrTitle"/>
          </p:nvPr>
        </p:nvSpPr>
        <p:spPr>
          <a:xfrm>
            <a:off x="736950" y="606326"/>
            <a:ext cx="4988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1" name="Google Shape;101;p60"/>
          <p:cNvSpPr txBox="1"/>
          <p:nvPr>
            <p:ph idx="1" type="subTitle"/>
          </p:nvPr>
        </p:nvSpPr>
        <p:spPr>
          <a:xfrm>
            <a:off x="720000" y="1179299"/>
            <a:ext cx="66459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294A"/>
              </a:buClr>
              <a:buSzPts val="1000"/>
              <a:buFont typeface="Catamaran ExtraLight"/>
              <a:buAutoNum type="arabicPeriod"/>
              <a:defRPr sz="1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1294A"/>
              </a:buClr>
              <a:buSzPts val="1400"/>
              <a:buFont typeface="Josefin Slab SemiBold"/>
              <a:buAutoNum type="alphaLcPeriod"/>
              <a:defRPr sz="1200">
                <a:solidFill>
                  <a:srgbClr val="0F689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1294A"/>
              </a:buClr>
              <a:buSzPts val="1400"/>
              <a:buFont typeface="Josefin Slab SemiBold"/>
              <a:buAutoNum type="romanLcPeriod"/>
              <a:defRPr sz="1200">
                <a:solidFill>
                  <a:srgbClr val="0F689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1294A"/>
              </a:buClr>
              <a:buSzPts val="1400"/>
              <a:buFont typeface="Josefin Slab SemiBold"/>
              <a:buAutoNum type="arabicPeriod"/>
              <a:defRPr sz="1200">
                <a:solidFill>
                  <a:srgbClr val="0F689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1294A"/>
              </a:buClr>
              <a:buSzPts val="1400"/>
              <a:buFont typeface="Josefin Slab SemiBold"/>
              <a:buAutoNum type="alphaLcPeriod"/>
              <a:defRPr sz="1200">
                <a:solidFill>
                  <a:srgbClr val="0F689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1294A"/>
              </a:buClr>
              <a:buSzPts val="1400"/>
              <a:buFont typeface="Josefin Slab SemiBold"/>
              <a:buAutoNum type="romanLcPeriod"/>
              <a:defRPr sz="1200">
                <a:solidFill>
                  <a:srgbClr val="0F689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1294A"/>
              </a:buClr>
              <a:buSzPts val="1400"/>
              <a:buFont typeface="Josefin Slab SemiBold"/>
              <a:buAutoNum type="arabicPeriod"/>
              <a:defRPr sz="1200">
                <a:solidFill>
                  <a:srgbClr val="0F689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1294A"/>
              </a:buClr>
              <a:buSzPts val="1400"/>
              <a:buFont typeface="Josefin Slab SemiBold"/>
              <a:buAutoNum type="alphaLcPeriod"/>
              <a:defRPr sz="1200">
                <a:solidFill>
                  <a:srgbClr val="0F689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1294A"/>
              </a:buClr>
              <a:buSzPts val="1400"/>
              <a:buFont typeface="Josefin Slab SemiBold"/>
              <a:buAutoNum type="romanLcPeriod"/>
              <a:defRPr sz="1200">
                <a:solidFill>
                  <a:srgbClr val="0F689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oa!">
  <p:cSld name="CUSTOM_7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1"/>
          <p:cNvSpPr/>
          <p:nvPr/>
        </p:nvSpPr>
        <p:spPr>
          <a:xfrm>
            <a:off x="199041" y="2213693"/>
            <a:ext cx="3369988" cy="2253747"/>
          </a:xfrm>
          <a:custGeom>
            <a:rect b="b" l="l" r="r" t="t"/>
            <a:pathLst>
              <a:path extrusionOk="0" h="70584" w="105543">
                <a:moveTo>
                  <a:pt x="33364" y="0"/>
                </a:moveTo>
                <a:lnTo>
                  <a:pt x="31625" y="72"/>
                </a:lnTo>
                <a:lnTo>
                  <a:pt x="29923" y="238"/>
                </a:lnTo>
                <a:lnTo>
                  <a:pt x="28232" y="476"/>
                </a:lnTo>
                <a:lnTo>
                  <a:pt x="26577" y="810"/>
                </a:lnTo>
                <a:lnTo>
                  <a:pt x="24946" y="1215"/>
                </a:lnTo>
                <a:lnTo>
                  <a:pt x="23338" y="1703"/>
                </a:lnTo>
                <a:lnTo>
                  <a:pt x="21778" y="2274"/>
                </a:lnTo>
                <a:lnTo>
                  <a:pt x="20242" y="2905"/>
                </a:lnTo>
                <a:lnTo>
                  <a:pt x="18754" y="3620"/>
                </a:lnTo>
                <a:lnTo>
                  <a:pt x="17301" y="4406"/>
                </a:lnTo>
                <a:lnTo>
                  <a:pt x="15885" y="5251"/>
                </a:lnTo>
                <a:lnTo>
                  <a:pt x="14527" y="6168"/>
                </a:lnTo>
                <a:lnTo>
                  <a:pt x="13206" y="7144"/>
                </a:lnTo>
                <a:lnTo>
                  <a:pt x="11932" y="8180"/>
                </a:lnTo>
                <a:lnTo>
                  <a:pt x="10717" y="9275"/>
                </a:lnTo>
                <a:lnTo>
                  <a:pt x="9550" y="10430"/>
                </a:lnTo>
                <a:lnTo>
                  <a:pt x="8431" y="11633"/>
                </a:lnTo>
                <a:lnTo>
                  <a:pt x="7383" y="12895"/>
                </a:lnTo>
                <a:lnTo>
                  <a:pt x="6395" y="14193"/>
                </a:lnTo>
                <a:lnTo>
                  <a:pt x="5466" y="15550"/>
                </a:lnTo>
                <a:lnTo>
                  <a:pt x="4597" y="16955"/>
                </a:lnTo>
                <a:lnTo>
                  <a:pt x="3799" y="18396"/>
                </a:lnTo>
                <a:lnTo>
                  <a:pt x="3073" y="19884"/>
                </a:lnTo>
                <a:lnTo>
                  <a:pt x="2418" y="21408"/>
                </a:lnTo>
                <a:lnTo>
                  <a:pt x="1835" y="22968"/>
                </a:lnTo>
                <a:lnTo>
                  <a:pt x="1323" y="24564"/>
                </a:lnTo>
                <a:lnTo>
                  <a:pt x="894" y="26183"/>
                </a:lnTo>
                <a:lnTo>
                  <a:pt x="549" y="27838"/>
                </a:lnTo>
                <a:lnTo>
                  <a:pt x="287" y="29529"/>
                </a:lnTo>
                <a:lnTo>
                  <a:pt x="108" y="31231"/>
                </a:lnTo>
                <a:lnTo>
                  <a:pt x="13" y="32958"/>
                </a:lnTo>
                <a:lnTo>
                  <a:pt x="1" y="33839"/>
                </a:lnTo>
                <a:lnTo>
                  <a:pt x="13" y="34756"/>
                </a:lnTo>
                <a:lnTo>
                  <a:pt x="96" y="36578"/>
                </a:lnTo>
                <a:lnTo>
                  <a:pt x="287" y="38364"/>
                </a:lnTo>
                <a:lnTo>
                  <a:pt x="572" y="40126"/>
                </a:lnTo>
                <a:lnTo>
                  <a:pt x="942" y="41852"/>
                </a:lnTo>
                <a:lnTo>
                  <a:pt x="1394" y="43555"/>
                </a:lnTo>
                <a:lnTo>
                  <a:pt x="1942" y="45210"/>
                </a:lnTo>
                <a:lnTo>
                  <a:pt x="2561" y="46829"/>
                </a:lnTo>
                <a:lnTo>
                  <a:pt x="3263" y="48413"/>
                </a:lnTo>
                <a:lnTo>
                  <a:pt x="4037" y="49949"/>
                </a:lnTo>
                <a:lnTo>
                  <a:pt x="4895" y="51437"/>
                </a:lnTo>
                <a:lnTo>
                  <a:pt x="5823" y="52878"/>
                </a:lnTo>
                <a:lnTo>
                  <a:pt x="6824" y="54259"/>
                </a:lnTo>
                <a:lnTo>
                  <a:pt x="7883" y="55593"/>
                </a:lnTo>
                <a:lnTo>
                  <a:pt x="9014" y="56879"/>
                </a:lnTo>
                <a:lnTo>
                  <a:pt x="10205" y="58093"/>
                </a:lnTo>
                <a:lnTo>
                  <a:pt x="10824" y="58676"/>
                </a:lnTo>
                <a:lnTo>
                  <a:pt x="10836" y="59296"/>
                </a:lnTo>
                <a:lnTo>
                  <a:pt x="10955" y="60486"/>
                </a:lnTo>
                <a:lnTo>
                  <a:pt x="11193" y="61653"/>
                </a:lnTo>
                <a:lnTo>
                  <a:pt x="11539" y="62772"/>
                </a:lnTo>
                <a:lnTo>
                  <a:pt x="11991" y="63844"/>
                </a:lnTo>
                <a:lnTo>
                  <a:pt x="12539" y="64856"/>
                </a:lnTo>
                <a:lnTo>
                  <a:pt x="13182" y="65809"/>
                </a:lnTo>
                <a:lnTo>
                  <a:pt x="13908" y="66690"/>
                </a:lnTo>
                <a:lnTo>
                  <a:pt x="14718" y="67499"/>
                </a:lnTo>
                <a:lnTo>
                  <a:pt x="15599" y="68226"/>
                </a:lnTo>
                <a:lnTo>
                  <a:pt x="16551" y="68869"/>
                </a:lnTo>
                <a:lnTo>
                  <a:pt x="17563" y="69416"/>
                </a:lnTo>
                <a:lnTo>
                  <a:pt x="18635" y="69869"/>
                </a:lnTo>
                <a:lnTo>
                  <a:pt x="19754" y="70214"/>
                </a:lnTo>
                <a:lnTo>
                  <a:pt x="20909" y="70452"/>
                </a:lnTo>
                <a:lnTo>
                  <a:pt x="22112" y="70571"/>
                </a:lnTo>
                <a:lnTo>
                  <a:pt x="22731" y="70583"/>
                </a:lnTo>
                <a:lnTo>
                  <a:pt x="89921" y="70583"/>
                </a:lnTo>
                <a:lnTo>
                  <a:pt x="90242" y="70512"/>
                </a:lnTo>
                <a:lnTo>
                  <a:pt x="90540" y="70381"/>
                </a:lnTo>
                <a:lnTo>
                  <a:pt x="90802" y="70202"/>
                </a:lnTo>
                <a:lnTo>
                  <a:pt x="91028" y="69976"/>
                </a:lnTo>
                <a:lnTo>
                  <a:pt x="91207" y="69714"/>
                </a:lnTo>
                <a:lnTo>
                  <a:pt x="91326" y="69416"/>
                </a:lnTo>
                <a:lnTo>
                  <a:pt x="91397" y="69095"/>
                </a:lnTo>
                <a:lnTo>
                  <a:pt x="91397" y="68928"/>
                </a:lnTo>
                <a:lnTo>
                  <a:pt x="92171" y="68607"/>
                </a:lnTo>
                <a:lnTo>
                  <a:pt x="93671" y="67868"/>
                </a:lnTo>
                <a:lnTo>
                  <a:pt x="95100" y="67035"/>
                </a:lnTo>
                <a:lnTo>
                  <a:pt x="96458" y="66094"/>
                </a:lnTo>
                <a:lnTo>
                  <a:pt x="97743" y="65058"/>
                </a:lnTo>
                <a:lnTo>
                  <a:pt x="98946" y="63927"/>
                </a:lnTo>
                <a:lnTo>
                  <a:pt x="100065" y="62725"/>
                </a:lnTo>
                <a:lnTo>
                  <a:pt x="101101" y="61439"/>
                </a:lnTo>
                <a:lnTo>
                  <a:pt x="102042" y="60070"/>
                </a:lnTo>
                <a:lnTo>
                  <a:pt x="102875" y="58641"/>
                </a:lnTo>
                <a:lnTo>
                  <a:pt x="103613" y="57140"/>
                </a:lnTo>
                <a:lnTo>
                  <a:pt x="104233" y="55581"/>
                </a:lnTo>
                <a:lnTo>
                  <a:pt x="104745" y="53973"/>
                </a:lnTo>
                <a:lnTo>
                  <a:pt x="105126" y="52318"/>
                </a:lnTo>
                <a:lnTo>
                  <a:pt x="105388" y="50604"/>
                </a:lnTo>
                <a:lnTo>
                  <a:pt x="105530" y="48865"/>
                </a:lnTo>
                <a:lnTo>
                  <a:pt x="105542" y="47972"/>
                </a:lnTo>
                <a:lnTo>
                  <a:pt x="105530" y="47389"/>
                </a:lnTo>
                <a:lnTo>
                  <a:pt x="105483" y="46246"/>
                </a:lnTo>
                <a:lnTo>
                  <a:pt x="105364" y="45115"/>
                </a:lnTo>
                <a:lnTo>
                  <a:pt x="105197" y="43995"/>
                </a:lnTo>
                <a:lnTo>
                  <a:pt x="104852" y="42352"/>
                </a:lnTo>
                <a:lnTo>
                  <a:pt x="104197" y="40245"/>
                </a:lnTo>
                <a:lnTo>
                  <a:pt x="103363" y="38233"/>
                </a:lnTo>
                <a:lnTo>
                  <a:pt x="102339" y="36316"/>
                </a:lnTo>
                <a:lnTo>
                  <a:pt x="101137" y="34518"/>
                </a:lnTo>
                <a:lnTo>
                  <a:pt x="99780" y="32851"/>
                </a:lnTo>
                <a:lnTo>
                  <a:pt x="98267" y="31315"/>
                </a:lnTo>
                <a:lnTo>
                  <a:pt x="96612" y="29934"/>
                </a:lnTo>
                <a:lnTo>
                  <a:pt x="94838" y="28719"/>
                </a:lnTo>
                <a:lnTo>
                  <a:pt x="92933" y="27671"/>
                </a:lnTo>
                <a:lnTo>
                  <a:pt x="90933" y="26802"/>
                </a:lnTo>
                <a:lnTo>
                  <a:pt x="88825" y="26123"/>
                </a:lnTo>
                <a:lnTo>
                  <a:pt x="87194" y="25754"/>
                </a:lnTo>
                <a:lnTo>
                  <a:pt x="86075" y="25576"/>
                </a:lnTo>
                <a:lnTo>
                  <a:pt x="84944" y="25445"/>
                </a:lnTo>
                <a:lnTo>
                  <a:pt x="83801" y="25373"/>
                </a:lnTo>
                <a:lnTo>
                  <a:pt x="82086" y="25373"/>
                </a:lnTo>
                <a:lnTo>
                  <a:pt x="79895" y="25564"/>
                </a:lnTo>
                <a:lnTo>
                  <a:pt x="77752" y="25957"/>
                </a:lnTo>
                <a:lnTo>
                  <a:pt x="75692" y="26540"/>
                </a:lnTo>
                <a:lnTo>
                  <a:pt x="73728" y="27314"/>
                </a:lnTo>
                <a:lnTo>
                  <a:pt x="71846" y="28255"/>
                </a:lnTo>
                <a:lnTo>
                  <a:pt x="70072" y="29362"/>
                </a:lnTo>
                <a:lnTo>
                  <a:pt x="68405" y="30624"/>
                </a:lnTo>
                <a:lnTo>
                  <a:pt x="67631" y="31327"/>
                </a:lnTo>
                <a:lnTo>
                  <a:pt x="67560" y="30505"/>
                </a:lnTo>
                <a:lnTo>
                  <a:pt x="67369" y="28898"/>
                </a:lnTo>
                <a:lnTo>
                  <a:pt x="67095" y="27314"/>
                </a:lnTo>
                <a:lnTo>
                  <a:pt x="66750" y="25754"/>
                </a:lnTo>
                <a:lnTo>
                  <a:pt x="66333" y="24230"/>
                </a:lnTo>
                <a:lnTo>
                  <a:pt x="65857" y="22730"/>
                </a:lnTo>
                <a:lnTo>
                  <a:pt x="65298" y="21265"/>
                </a:lnTo>
                <a:lnTo>
                  <a:pt x="64690" y="19825"/>
                </a:lnTo>
                <a:lnTo>
                  <a:pt x="64012" y="18420"/>
                </a:lnTo>
                <a:lnTo>
                  <a:pt x="63273" y="17062"/>
                </a:lnTo>
                <a:lnTo>
                  <a:pt x="62464" y="15729"/>
                </a:lnTo>
                <a:lnTo>
                  <a:pt x="61606" y="14455"/>
                </a:lnTo>
                <a:lnTo>
                  <a:pt x="60690" y="13205"/>
                </a:lnTo>
                <a:lnTo>
                  <a:pt x="59725" y="12002"/>
                </a:lnTo>
                <a:lnTo>
                  <a:pt x="58701" y="10859"/>
                </a:lnTo>
                <a:lnTo>
                  <a:pt x="57630" y="9752"/>
                </a:lnTo>
                <a:lnTo>
                  <a:pt x="56510" y="8692"/>
                </a:lnTo>
                <a:lnTo>
                  <a:pt x="55344" y="7692"/>
                </a:lnTo>
                <a:lnTo>
                  <a:pt x="54129" y="6739"/>
                </a:lnTo>
                <a:lnTo>
                  <a:pt x="52879" y="5846"/>
                </a:lnTo>
                <a:lnTo>
                  <a:pt x="51581" y="5001"/>
                </a:lnTo>
                <a:lnTo>
                  <a:pt x="50236" y="4215"/>
                </a:lnTo>
                <a:lnTo>
                  <a:pt x="48866" y="3501"/>
                </a:lnTo>
                <a:lnTo>
                  <a:pt x="47449" y="2834"/>
                </a:lnTo>
                <a:lnTo>
                  <a:pt x="45997" y="2239"/>
                </a:lnTo>
                <a:lnTo>
                  <a:pt x="44520" y="1715"/>
                </a:lnTo>
                <a:lnTo>
                  <a:pt x="43008" y="1250"/>
                </a:lnTo>
                <a:lnTo>
                  <a:pt x="41472" y="857"/>
                </a:lnTo>
                <a:lnTo>
                  <a:pt x="39900" y="536"/>
                </a:lnTo>
                <a:lnTo>
                  <a:pt x="38317" y="286"/>
                </a:lnTo>
                <a:lnTo>
                  <a:pt x="36698" y="119"/>
                </a:lnTo>
                <a:lnTo>
                  <a:pt x="35054" y="24"/>
                </a:lnTo>
                <a:lnTo>
                  <a:pt x="34233" y="12"/>
                </a:lnTo>
                <a:lnTo>
                  <a:pt x="33364" y="0"/>
                </a:lnTo>
                <a:close/>
              </a:path>
            </a:pathLst>
          </a:custGeom>
          <a:solidFill>
            <a:srgbClr val="DEF0E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1"/>
          <p:cNvSpPr/>
          <p:nvPr/>
        </p:nvSpPr>
        <p:spPr>
          <a:xfrm>
            <a:off x="1086443" y="-768973"/>
            <a:ext cx="7125403" cy="7125403"/>
          </a:xfrm>
          <a:custGeom>
            <a:rect b="b" l="l" r="r" t="t"/>
            <a:pathLst>
              <a:path extrusionOk="0" h="223157" w="223157">
                <a:moveTo>
                  <a:pt x="112162" y="1"/>
                </a:moveTo>
                <a:lnTo>
                  <a:pt x="109471" y="13"/>
                </a:lnTo>
                <a:lnTo>
                  <a:pt x="106792" y="96"/>
                </a:lnTo>
                <a:lnTo>
                  <a:pt x="104113" y="239"/>
                </a:lnTo>
                <a:lnTo>
                  <a:pt x="101434" y="453"/>
                </a:lnTo>
                <a:lnTo>
                  <a:pt x="98755" y="727"/>
                </a:lnTo>
                <a:lnTo>
                  <a:pt x="96076" y="1060"/>
                </a:lnTo>
                <a:lnTo>
                  <a:pt x="93409" y="1465"/>
                </a:lnTo>
                <a:lnTo>
                  <a:pt x="90754" y="1942"/>
                </a:lnTo>
                <a:lnTo>
                  <a:pt x="88098" y="2477"/>
                </a:lnTo>
                <a:lnTo>
                  <a:pt x="85455" y="3073"/>
                </a:lnTo>
                <a:lnTo>
                  <a:pt x="82812" y="3739"/>
                </a:lnTo>
                <a:lnTo>
                  <a:pt x="80192" y="4478"/>
                </a:lnTo>
                <a:lnTo>
                  <a:pt x="77585" y="5275"/>
                </a:lnTo>
                <a:lnTo>
                  <a:pt x="74989" y="6145"/>
                </a:lnTo>
                <a:lnTo>
                  <a:pt x="72405" y="7073"/>
                </a:lnTo>
                <a:lnTo>
                  <a:pt x="69845" y="8074"/>
                </a:lnTo>
                <a:lnTo>
                  <a:pt x="67297" y="9133"/>
                </a:lnTo>
                <a:lnTo>
                  <a:pt x="64773" y="10264"/>
                </a:lnTo>
                <a:lnTo>
                  <a:pt x="62261" y="11467"/>
                </a:lnTo>
                <a:lnTo>
                  <a:pt x="59772" y="12741"/>
                </a:lnTo>
                <a:lnTo>
                  <a:pt x="57307" y="14075"/>
                </a:lnTo>
                <a:lnTo>
                  <a:pt x="54867" y="15468"/>
                </a:lnTo>
                <a:lnTo>
                  <a:pt x="52450" y="16944"/>
                </a:lnTo>
                <a:lnTo>
                  <a:pt x="50068" y="18480"/>
                </a:lnTo>
                <a:lnTo>
                  <a:pt x="47699" y="20087"/>
                </a:lnTo>
                <a:lnTo>
                  <a:pt x="45365" y="21766"/>
                </a:lnTo>
                <a:lnTo>
                  <a:pt x="44222" y="22624"/>
                </a:lnTo>
                <a:lnTo>
                  <a:pt x="43067" y="23505"/>
                </a:lnTo>
                <a:lnTo>
                  <a:pt x="40829" y="25303"/>
                </a:lnTo>
                <a:lnTo>
                  <a:pt x="38638" y="27136"/>
                </a:lnTo>
                <a:lnTo>
                  <a:pt x="36506" y="29017"/>
                </a:lnTo>
                <a:lnTo>
                  <a:pt x="34447" y="30946"/>
                </a:lnTo>
                <a:lnTo>
                  <a:pt x="32434" y="32911"/>
                </a:lnTo>
                <a:lnTo>
                  <a:pt x="30482" y="34923"/>
                </a:lnTo>
                <a:lnTo>
                  <a:pt x="28588" y="36971"/>
                </a:lnTo>
                <a:lnTo>
                  <a:pt x="26743" y="39067"/>
                </a:lnTo>
                <a:lnTo>
                  <a:pt x="24969" y="41186"/>
                </a:lnTo>
                <a:lnTo>
                  <a:pt x="23254" y="43353"/>
                </a:lnTo>
                <a:lnTo>
                  <a:pt x="21599" y="45556"/>
                </a:lnTo>
                <a:lnTo>
                  <a:pt x="20004" y="47782"/>
                </a:lnTo>
                <a:lnTo>
                  <a:pt x="18468" y="50045"/>
                </a:lnTo>
                <a:lnTo>
                  <a:pt x="16991" y="52343"/>
                </a:lnTo>
                <a:lnTo>
                  <a:pt x="15574" y="54665"/>
                </a:lnTo>
                <a:lnTo>
                  <a:pt x="14217" y="57022"/>
                </a:lnTo>
                <a:lnTo>
                  <a:pt x="12919" y="59403"/>
                </a:lnTo>
                <a:lnTo>
                  <a:pt x="11693" y="61821"/>
                </a:lnTo>
                <a:lnTo>
                  <a:pt x="10514" y="64249"/>
                </a:lnTo>
                <a:lnTo>
                  <a:pt x="9407" y="66714"/>
                </a:lnTo>
                <a:lnTo>
                  <a:pt x="8347" y="69191"/>
                </a:lnTo>
                <a:lnTo>
                  <a:pt x="7359" y="71703"/>
                </a:lnTo>
                <a:lnTo>
                  <a:pt x="6430" y="74227"/>
                </a:lnTo>
                <a:lnTo>
                  <a:pt x="5561" y="76763"/>
                </a:lnTo>
                <a:lnTo>
                  <a:pt x="4763" y="79323"/>
                </a:lnTo>
                <a:lnTo>
                  <a:pt x="4013" y="81907"/>
                </a:lnTo>
                <a:lnTo>
                  <a:pt x="3334" y="84491"/>
                </a:lnTo>
                <a:lnTo>
                  <a:pt x="2715" y="87099"/>
                </a:lnTo>
                <a:lnTo>
                  <a:pt x="2167" y="89730"/>
                </a:lnTo>
                <a:lnTo>
                  <a:pt x="1667" y="92361"/>
                </a:lnTo>
                <a:lnTo>
                  <a:pt x="1239" y="95005"/>
                </a:lnTo>
                <a:lnTo>
                  <a:pt x="881" y="97648"/>
                </a:lnTo>
                <a:lnTo>
                  <a:pt x="572" y="100315"/>
                </a:lnTo>
                <a:lnTo>
                  <a:pt x="334" y="102982"/>
                </a:lnTo>
                <a:lnTo>
                  <a:pt x="155" y="105649"/>
                </a:lnTo>
                <a:lnTo>
                  <a:pt x="48" y="108328"/>
                </a:lnTo>
                <a:lnTo>
                  <a:pt x="0" y="111007"/>
                </a:lnTo>
                <a:lnTo>
                  <a:pt x="12" y="113686"/>
                </a:lnTo>
                <a:lnTo>
                  <a:pt x="96" y="116377"/>
                </a:lnTo>
                <a:lnTo>
                  <a:pt x="238" y="119056"/>
                </a:lnTo>
                <a:lnTo>
                  <a:pt x="453" y="121735"/>
                </a:lnTo>
                <a:lnTo>
                  <a:pt x="727" y="124414"/>
                </a:lnTo>
                <a:lnTo>
                  <a:pt x="1060" y="127093"/>
                </a:lnTo>
                <a:lnTo>
                  <a:pt x="1465" y="129760"/>
                </a:lnTo>
                <a:lnTo>
                  <a:pt x="1941" y="132416"/>
                </a:lnTo>
                <a:lnTo>
                  <a:pt x="2477" y="135071"/>
                </a:lnTo>
                <a:lnTo>
                  <a:pt x="3072" y="137714"/>
                </a:lnTo>
                <a:lnTo>
                  <a:pt x="3739" y="140357"/>
                </a:lnTo>
                <a:lnTo>
                  <a:pt x="4477" y="142977"/>
                </a:lnTo>
                <a:lnTo>
                  <a:pt x="5275" y="145584"/>
                </a:lnTo>
                <a:lnTo>
                  <a:pt x="6144" y="148180"/>
                </a:lnTo>
                <a:lnTo>
                  <a:pt x="7073" y="150764"/>
                </a:lnTo>
                <a:lnTo>
                  <a:pt x="8073" y="153324"/>
                </a:lnTo>
                <a:lnTo>
                  <a:pt x="9133" y="155872"/>
                </a:lnTo>
                <a:lnTo>
                  <a:pt x="10276" y="158408"/>
                </a:lnTo>
                <a:lnTo>
                  <a:pt x="11467" y="160908"/>
                </a:lnTo>
                <a:lnTo>
                  <a:pt x="12741" y="163397"/>
                </a:lnTo>
                <a:lnTo>
                  <a:pt x="14074" y="165862"/>
                </a:lnTo>
                <a:lnTo>
                  <a:pt x="15479" y="168302"/>
                </a:lnTo>
                <a:lnTo>
                  <a:pt x="16944" y="170719"/>
                </a:lnTo>
                <a:lnTo>
                  <a:pt x="18491" y="173101"/>
                </a:lnTo>
                <a:lnTo>
                  <a:pt x="20099" y="175458"/>
                </a:lnTo>
                <a:lnTo>
                  <a:pt x="21766" y="177792"/>
                </a:lnTo>
                <a:lnTo>
                  <a:pt x="22635" y="178947"/>
                </a:lnTo>
                <a:lnTo>
                  <a:pt x="23516" y="180102"/>
                </a:lnTo>
                <a:lnTo>
                  <a:pt x="25302" y="182340"/>
                </a:lnTo>
                <a:lnTo>
                  <a:pt x="27136" y="184531"/>
                </a:lnTo>
                <a:lnTo>
                  <a:pt x="29029" y="186651"/>
                </a:lnTo>
                <a:lnTo>
                  <a:pt x="30946" y="188722"/>
                </a:lnTo>
                <a:lnTo>
                  <a:pt x="32922" y="190735"/>
                </a:lnTo>
                <a:lnTo>
                  <a:pt x="34923" y="192687"/>
                </a:lnTo>
                <a:lnTo>
                  <a:pt x="36983" y="194581"/>
                </a:lnTo>
                <a:lnTo>
                  <a:pt x="39066" y="196414"/>
                </a:lnTo>
                <a:lnTo>
                  <a:pt x="41198" y="198188"/>
                </a:lnTo>
                <a:lnTo>
                  <a:pt x="43353" y="199903"/>
                </a:lnTo>
                <a:lnTo>
                  <a:pt x="45556" y="201570"/>
                </a:lnTo>
                <a:lnTo>
                  <a:pt x="47782" y="203165"/>
                </a:lnTo>
                <a:lnTo>
                  <a:pt x="50056" y="204701"/>
                </a:lnTo>
                <a:lnTo>
                  <a:pt x="52342" y="206178"/>
                </a:lnTo>
                <a:lnTo>
                  <a:pt x="54676" y="207595"/>
                </a:lnTo>
                <a:lnTo>
                  <a:pt x="57034" y="208940"/>
                </a:lnTo>
                <a:lnTo>
                  <a:pt x="59415" y="210238"/>
                </a:lnTo>
                <a:lnTo>
                  <a:pt x="61820" y="211476"/>
                </a:lnTo>
                <a:lnTo>
                  <a:pt x="64261" y="212655"/>
                </a:lnTo>
                <a:lnTo>
                  <a:pt x="66714" y="213762"/>
                </a:lnTo>
                <a:lnTo>
                  <a:pt x="69190" y="214810"/>
                </a:lnTo>
                <a:lnTo>
                  <a:pt x="71703" y="215798"/>
                </a:lnTo>
                <a:lnTo>
                  <a:pt x="74227" y="216727"/>
                </a:lnTo>
                <a:lnTo>
                  <a:pt x="76763" y="217596"/>
                </a:lnTo>
                <a:lnTo>
                  <a:pt x="79323" y="218406"/>
                </a:lnTo>
                <a:lnTo>
                  <a:pt x="81907" y="219144"/>
                </a:lnTo>
                <a:lnTo>
                  <a:pt x="84491" y="219823"/>
                </a:lnTo>
                <a:lnTo>
                  <a:pt x="87098" y="220442"/>
                </a:lnTo>
                <a:lnTo>
                  <a:pt x="89718" y="221002"/>
                </a:lnTo>
                <a:lnTo>
                  <a:pt x="92361" y="221490"/>
                </a:lnTo>
                <a:lnTo>
                  <a:pt x="94992" y="221918"/>
                </a:lnTo>
                <a:lnTo>
                  <a:pt x="97648" y="222288"/>
                </a:lnTo>
                <a:lnTo>
                  <a:pt x="100315" y="222585"/>
                </a:lnTo>
                <a:lnTo>
                  <a:pt x="102982" y="222823"/>
                </a:lnTo>
                <a:lnTo>
                  <a:pt x="105649" y="223002"/>
                </a:lnTo>
                <a:lnTo>
                  <a:pt x="108328" y="223109"/>
                </a:lnTo>
                <a:lnTo>
                  <a:pt x="111007" y="223157"/>
                </a:lnTo>
                <a:lnTo>
                  <a:pt x="113686" y="223145"/>
                </a:lnTo>
                <a:lnTo>
                  <a:pt x="116365" y="223061"/>
                </a:lnTo>
                <a:lnTo>
                  <a:pt x="119056" y="222919"/>
                </a:lnTo>
                <a:lnTo>
                  <a:pt x="121735" y="222704"/>
                </a:lnTo>
                <a:lnTo>
                  <a:pt x="124414" y="222430"/>
                </a:lnTo>
                <a:lnTo>
                  <a:pt x="127081" y="222097"/>
                </a:lnTo>
                <a:lnTo>
                  <a:pt x="129748" y="221692"/>
                </a:lnTo>
                <a:lnTo>
                  <a:pt x="132415" y="221216"/>
                </a:lnTo>
                <a:lnTo>
                  <a:pt x="135070" y="220680"/>
                </a:lnTo>
                <a:lnTo>
                  <a:pt x="137714" y="220085"/>
                </a:lnTo>
                <a:lnTo>
                  <a:pt x="140345" y="219418"/>
                </a:lnTo>
                <a:lnTo>
                  <a:pt x="142965" y="218680"/>
                </a:lnTo>
                <a:lnTo>
                  <a:pt x="145584" y="217882"/>
                </a:lnTo>
                <a:lnTo>
                  <a:pt x="148180" y="217025"/>
                </a:lnTo>
                <a:lnTo>
                  <a:pt x="150752" y="216084"/>
                </a:lnTo>
                <a:lnTo>
                  <a:pt x="153323" y="215084"/>
                </a:lnTo>
                <a:lnTo>
                  <a:pt x="155872" y="214024"/>
                </a:lnTo>
                <a:lnTo>
                  <a:pt x="158396" y="212893"/>
                </a:lnTo>
                <a:lnTo>
                  <a:pt x="160896" y="211691"/>
                </a:lnTo>
                <a:lnTo>
                  <a:pt x="163385" y="210428"/>
                </a:lnTo>
                <a:lnTo>
                  <a:pt x="165849" y="209095"/>
                </a:lnTo>
                <a:lnTo>
                  <a:pt x="168290" y="207690"/>
                </a:lnTo>
                <a:lnTo>
                  <a:pt x="170707" y="206213"/>
                </a:lnTo>
                <a:lnTo>
                  <a:pt x="173089" y="204678"/>
                </a:lnTo>
                <a:lnTo>
                  <a:pt x="175458" y="203070"/>
                </a:lnTo>
                <a:lnTo>
                  <a:pt x="177792" y="201391"/>
                </a:lnTo>
                <a:lnTo>
                  <a:pt x="178947" y="200534"/>
                </a:lnTo>
                <a:lnTo>
                  <a:pt x="180090" y="199653"/>
                </a:lnTo>
                <a:lnTo>
                  <a:pt x="182328" y="197867"/>
                </a:lnTo>
                <a:lnTo>
                  <a:pt x="184519" y="196021"/>
                </a:lnTo>
                <a:lnTo>
                  <a:pt x="186650" y="194140"/>
                </a:lnTo>
                <a:lnTo>
                  <a:pt x="188710" y="192211"/>
                </a:lnTo>
                <a:lnTo>
                  <a:pt x="190723" y="190247"/>
                </a:lnTo>
                <a:lnTo>
                  <a:pt x="192675" y="188234"/>
                </a:lnTo>
                <a:lnTo>
                  <a:pt x="194568" y="186186"/>
                </a:lnTo>
                <a:lnTo>
                  <a:pt x="196402" y="184103"/>
                </a:lnTo>
                <a:lnTo>
                  <a:pt x="198188" y="181971"/>
                </a:lnTo>
                <a:lnTo>
                  <a:pt x="199903" y="179804"/>
                </a:lnTo>
                <a:lnTo>
                  <a:pt x="201558" y="177613"/>
                </a:lnTo>
                <a:lnTo>
                  <a:pt x="203153" y="175375"/>
                </a:lnTo>
                <a:lnTo>
                  <a:pt x="204689" y="173113"/>
                </a:lnTo>
                <a:lnTo>
                  <a:pt x="206166" y="170815"/>
                </a:lnTo>
                <a:lnTo>
                  <a:pt x="207583" y="168493"/>
                </a:lnTo>
                <a:lnTo>
                  <a:pt x="208940" y="166135"/>
                </a:lnTo>
                <a:lnTo>
                  <a:pt x="210238" y="163754"/>
                </a:lnTo>
                <a:lnTo>
                  <a:pt x="211464" y="161349"/>
                </a:lnTo>
                <a:lnTo>
                  <a:pt x="212643" y="158908"/>
                </a:lnTo>
                <a:lnTo>
                  <a:pt x="213750" y="156455"/>
                </a:lnTo>
                <a:lnTo>
                  <a:pt x="214798" y="153967"/>
                </a:lnTo>
                <a:lnTo>
                  <a:pt x="215798" y="151466"/>
                </a:lnTo>
                <a:lnTo>
                  <a:pt x="216727" y="148942"/>
                </a:lnTo>
                <a:lnTo>
                  <a:pt x="217584" y="146406"/>
                </a:lnTo>
                <a:lnTo>
                  <a:pt x="218394" y="143846"/>
                </a:lnTo>
                <a:lnTo>
                  <a:pt x="219132" y="141262"/>
                </a:lnTo>
                <a:lnTo>
                  <a:pt x="219811" y="138667"/>
                </a:lnTo>
                <a:lnTo>
                  <a:pt x="220430" y="136059"/>
                </a:lnTo>
                <a:lnTo>
                  <a:pt x="220990" y="133440"/>
                </a:lnTo>
                <a:lnTo>
                  <a:pt x="221478" y="130808"/>
                </a:lnTo>
                <a:lnTo>
                  <a:pt x="221906" y="128165"/>
                </a:lnTo>
                <a:lnTo>
                  <a:pt x="222275" y="125522"/>
                </a:lnTo>
                <a:lnTo>
                  <a:pt x="222573" y="122854"/>
                </a:lnTo>
                <a:lnTo>
                  <a:pt x="222811" y="120187"/>
                </a:lnTo>
                <a:lnTo>
                  <a:pt x="222990" y="117520"/>
                </a:lnTo>
                <a:lnTo>
                  <a:pt x="223109" y="114841"/>
                </a:lnTo>
                <a:lnTo>
                  <a:pt x="223157" y="112162"/>
                </a:lnTo>
                <a:lnTo>
                  <a:pt x="223133" y="109483"/>
                </a:lnTo>
                <a:lnTo>
                  <a:pt x="223061" y="106792"/>
                </a:lnTo>
                <a:lnTo>
                  <a:pt x="222907" y="104113"/>
                </a:lnTo>
                <a:lnTo>
                  <a:pt x="222704" y="101434"/>
                </a:lnTo>
                <a:lnTo>
                  <a:pt x="222430" y="98755"/>
                </a:lnTo>
                <a:lnTo>
                  <a:pt x="222085" y="96076"/>
                </a:lnTo>
                <a:lnTo>
                  <a:pt x="221680" y="93409"/>
                </a:lnTo>
                <a:lnTo>
                  <a:pt x="221216" y="90754"/>
                </a:lnTo>
                <a:lnTo>
                  <a:pt x="220680" y="88099"/>
                </a:lnTo>
                <a:lnTo>
                  <a:pt x="220073" y="85455"/>
                </a:lnTo>
                <a:lnTo>
                  <a:pt x="219406" y="82824"/>
                </a:lnTo>
                <a:lnTo>
                  <a:pt x="218680" y="80193"/>
                </a:lnTo>
                <a:lnTo>
                  <a:pt x="217882" y="77585"/>
                </a:lnTo>
                <a:lnTo>
                  <a:pt x="217013" y="74989"/>
                </a:lnTo>
                <a:lnTo>
                  <a:pt x="216084" y="72406"/>
                </a:lnTo>
                <a:lnTo>
                  <a:pt x="215084" y="69846"/>
                </a:lnTo>
                <a:lnTo>
                  <a:pt x="214012" y="67298"/>
                </a:lnTo>
                <a:lnTo>
                  <a:pt x="212881" y="64773"/>
                </a:lnTo>
                <a:lnTo>
                  <a:pt x="211678" y="62261"/>
                </a:lnTo>
                <a:lnTo>
                  <a:pt x="210416" y="59784"/>
                </a:lnTo>
                <a:lnTo>
                  <a:pt x="209083" y="57320"/>
                </a:lnTo>
                <a:lnTo>
                  <a:pt x="207678" y="54879"/>
                </a:lnTo>
                <a:lnTo>
                  <a:pt x="206213" y="52462"/>
                </a:lnTo>
                <a:lnTo>
                  <a:pt x="204665" y="50069"/>
                </a:lnTo>
                <a:lnTo>
                  <a:pt x="203058" y="47711"/>
                </a:lnTo>
                <a:lnTo>
                  <a:pt x="201391" y="45377"/>
                </a:lnTo>
                <a:lnTo>
                  <a:pt x="200522" y="44222"/>
                </a:lnTo>
                <a:lnTo>
                  <a:pt x="199641" y="43079"/>
                </a:lnTo>
                <a:lnTo>
                  <a:pt x="197855" y="40829"/>
                </a:lnTo>
                <a:lnTo>
                  <a:pt x="196021" y="38650"/>
                </a:lnTo>
                <a:lnTo>
                  <a:pt x="194140" y="36519"/>
                </a:lnTo>
                <a:lnTo>
                  <a:pt x="192211" y="34447"/>
                </a:lnTo>
                <a:lnTo>
                  <a:pt x="190234" y="32435"/>
                </a:lnTo>
                <a:lnTo>
                  <a:pt x="188234" y="30482"/>
                </a:lnTo>
                <a:lnTo>
                  <a:pt x="186174" y="28589"/>
                </a:lnTo>
                <a:lnTo>
                  <a:pt x="184091" y="26755"/>
                </a:lnTo>
                <a:lnTo>
                  <a:pt x="181959" y="24981"/>
                </a:lnTo>
                <a:lnTo>
                  <a:pt x="179804" y="23266"/>
                </a:lnTo>
                <a:lnTo>
                  <a:pt x="177601" y="21600"/>
                </a:lnTo>
                <a:lnTo>
                  <a:pt x="175375" y="20004"/>
                </a:lnTo>
                <a:lnTo>
                  <a:pt x="173113" y="18468"/>
                </a:lnTo>
                <a:lnTo>
                  <a:pt x="170815" y="16992"/>
                </a:lnTo>
                <a:lnTo>
                  <a:pt x="168481" y="15575"/>
                </a:lnTo>
                <a:lnTo>
                  <a:pt x="166135" y="14217"/>
                </a:lnTo>
                <a:lnTo>
                  <a:pt x="163754" y="12920"/>
                </a:lnTo>
                <a:lnTo>
                  <a:pt x="161337" y="11693"/>
                </a:lnTo>
                <a:lnTo>
                  <a:pt x="158908" y="10514"/>
                </a:lnTo>
                <a:lnTo>
                  <a:pt x="156443" y="9407"/>
                </a:lnTo>
                <a:lnTo>
                  <a:pt x="153966" y="8347"/>
                </a:lnTo>
                <a:lnTo>
                  <a:pt x="151466" y="7359"/>
                </a:lnTo>
                <a:lnTo>
                  <a:pt x="148942" y="6430"/>
                </a:lnTo>
                <a:lnTo>
                  <a:pt x="146394" y="5561"/>
                </a:lnTo>
                <a:lnTo>
                  <a:pt x="143834" y="4763"/>
                </a:lnTo>
                <a:lnTo>
                  <a:pt x="141262" y="4025"/>
                </a:lnTo>
                <a:lnTo>
                  <a:pt x="138666" y="3335"/>
                </a:lnTo>
                <a:lnTo>
                  <a:pt x="136059" y="2715"/>
                </a:lnTo>
                <a:lnTo>
                  <a:pt x="133439" y="2168"/>
                </a:lnTo>
                <a:lnTo>
                  <a:pt x="130808" y="1680"/>
                </a:lnTo>
                <a:lnTo>
                  <a:pt x="128165" y="1239"/>
                </a:lnTo>
                <a:lnTo>
                  <a:pt x="125509" y="882"/>
                </a:lnTo>
                <a:lnTo>
                  <a:pt x="122854" y="572"/>
                </a:lnTo>
                <a:lnTo>
                  <a:pt x="120187" y="334"/>
                </a:lnTo>
                <a:lnTo>
                  <a:pt x="117520" y="156"/>
                </a:lnTo>
                <a:lnTo>
                  <a:pt x="114841" y="48"/>
                </a:lnTo>
                <a:lnTo>
                  <a:pt x="112162" y="1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1"/>
          <p:cNvSpPr/>
          <p:nvPr/>
        </p:nvSpPr>
        <p:spPr>
          <a:xfrm>
            <a:off x="-2704460" y="1086133"/>
            <a:ext cx="8970994" cy="3134517"/>
          </a:xfrm>
          <a:custGeom>
            <a:rect b="b" l="l" r="r" t="t"/>
            <a:pathLst>
              <a:path extrusionOk="0" h="20993" w="60082">
                <a:moveTo>
                  <a:pt x="39090" y="1"/>
                </a:moveTo>
                <a:lnTo>
                  <a:pt x="38412" y="13"/>
                </a:lnTo>
                <a:lnTo>
                  <a:pt x="37078" y="96"/>
                </a:lnTo>
                <a:lnTo>
                  <a:pt x="35768" y="263"/>
                </a:lnTo>
                <a:lnTo>
                  <a:pt x="34482" y="513"/>
                </a:lnTo>
                <a:lnTo>
                  <a:pt x="33232" y="834"/>
                </a:lnTo>
                <a:lnTo>
                  <a:pt x="32006" y="1227"/>
                </a:lnTo>
                <a:lnTo>
                  <a:pt x="30815" y="1692"/>
                </a:lnTo>
                <a:lnTo>
                  <a:pt x="29660" y="2239"/>
                </a:lnTo>
                <a:lnTo>
                  <a:pt x="28553" y="2835"/>
                </a:lnTo>
                <a:lnTo>
                  <a:pt x="27481" y="3502"/>
                </a:lnTo>
                <a:lnTo>
                  <a:pt x="26445" y="4240"/>
                </a:lnTo>
                <a:lnTo>
                  <a:pt x="25469" y="5026"/>
                </a:lnTo>
                <a:lnTo>
                  <a:pt x="24540" y="5871"/>
                </a:lnTo>
                <a:lnTo>
                  <a:pt x="23659" y="6764"/>
                </a:lnTo>
                <a:lnTo>
                  <a:pt x="22838" y="7717"/>
                </a:lnTo>
                <a:lnTo>
                  <a:pt x="22064" y="8717"/>
                </a:lnTo>
                <a:lnTo>
                  <a:pt x="21706" y="9229"/>
                </a:lnTo>
                <a:lnTo>
                  <a:pt x="21290" y="8967"/>
                </a:lnTo>
                <a:lnTo>
                  <a:pt x="20421" y="8479"/>
                </a:lnTo>
                <a:lnTo>
                  <a:pt x="19527" y="8062"/>
                </a:lnTo>
                <a:lnTo>
                  <a:pt x="18587" y="7705"/>
                </a:lnTo>
                <a:lnTo>
                  <a:pt x="17622" y="7407"/>
                </a:lnTo>
                <a:lnTo>
                  <a:pt x="16634" y="7193"/>
                </a:lnTo>
                <a:lnTo>
                  <a:pt x="15610" y="7038"/>
                </a:lnTo>
                <a:lnTo>
                  <a:pt x="14574" y="6966"/>
                </a:lnTo>
                <a:lnTo>
                  <a:pt x="14038" y="6955"/>
                </a:lnTo>
                <a:lnTo>
                  <a:pt x="13312" y="6966"/>
                </a:lnTo>
                <a:lnTo>
                  <a:pt x="11907" y="7109"/>
                </a:lnTo>
                <a:lnTo>
                  <a:pt x="10526" y="7395"/>
                </a:lnTo>
                <a:lnTo>
                  <a:pt x="9216" y="7800"/>
                </a:lnTo>
                <a:lnTo>
                  <a:pt x="7954" y="8336"/>
                </a:lnTo>
                <a:lnTo>
                  <a:pt x="6763" y="8979"/>
                </a:lnTo>
                <a:lnTo>
                  <a:pt x="5644" y="9741"/>
                </a:lnTo>
                <a:lnTo>
                  <a:pt x="4596" y="10598"/>
                </a:lnTo>
                <a:lnTo>
                  <a:pt x="3644" y="11551"/>
                </a:lnTo>
                <a:lnTo>
                  <a:pt x="2787" y="12586"/>
                </a:lnTo>
                <a:lnTo>
                  <a:pt x="2036" y="13706"/>
                </a:lnTo>
                <a:lnTo>
                  <a:pt x="1382" y="14896"/>
                </a:lnTo>
                <a:lnTo>
                  <a:pt x="858" y="16158"/>
                </a:lnTo>
                <a:lnTo>
                  <a:pt x="441" y="17480"/>
                </a:lnTo>
                <a:lnTo>
                  <a:pt x="167" y="18849"/>
                </a:lnTo>
                <a:lnTo>
                  <a:pt x="24" y="20266"/>
                </a:lnTo>
                <a:lnTo>
                  <a:pt x="0" y="20993"/>
                </a:lnTo>
                <a:lnTo>
                  <a:pt x="60082" y="20993"/>
                </a:lnTo>
                <a:lnTo>
                  <a:pt x="60058" y="19909"/>
                </a:lnTo>
                <a:lnTo>
                  <a:pt x="59844" y="17790"/>
                </a:lnTo>
                <a:lnTo>
                  <a:pt x="59427" y="15742"/>
                </a:lnTo>
                <a:lnTo>
                  <a:pt x="58808" y="13765"/>
                </a:lnTo>
                <a:lnTo>
                  <a:pt x="58010" y="11884"/>
                </a:lnTo>
                <a:lnTo>
                  <a:pt x="57046" y="10098"/>
                </a:lnTo>
                <a:lnTo>
                  <a:pt x="55915" y="8431"/>
                </a:lnTo>
                <a:lnTo>
                  <a:pt x="54629" y="6871"/>
                </a:lnTo>
                <a:lnTo>
                  <a:pt x="53200" y="5442"/>
                </a:lnTo>
                <a:lnTo>
                  <a:pt x="51652" y="4168"/>
                </a:lnTo>
                <a:lnTo>
                  <a:pt x="49973" y="3037"/>
                </a:lnTo>
                <a:lnTo>
                  <a:pt x="48187" y="2061"/>
                </a:lnTo>
                <a:lnTo>
                  <a:pt x="46306" y="1275"/>
                </a:lnTo>
                <a:lnTo>
                  <a:pt x="44329" y="656"/>
                </a:lnTo>
                <a:lnTo>
                  <a:pt x="42281" y="239"/>
                </a:lnTo>
                <a:lnTo>
                  <a:pt x="40174" y="25"/>
                </a:lnTo>
                <a:lnTo>
                  <a:pt x="39090" y="1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1"/>
          <p:cNvSpPr/>
          <p:nvPr/>
        </p:nvSpPr>
        <p:spPr>
          <a:xfrm>
            <a:off x="337023" y="2812950"/>
            <a:ext cx="4491762" cy="1462858"/>
          </a:xfrm>
          <a:custGeom>
            <a:rect b="b" l="l" r="r" t="t"/>
            <a:pathLst>
              <a:path extrusionOk="0" h="18373" w="56415">
                <a:moveTo>
                  <a:pt x="19706" y="0"/>
                </a:moveTo>
                <a:lnTo>
                  <a:pt x="18682" y="12"/>
                </a:lnTo>
                <a:lnTo>
                  <a:pt x="16694" y="203"/>
                </a:lnTo>
                <a:lnTo>
                  <a:pt x="14765" y="572"/>
                </a:lnTo>
                <a:lnTo>
                  <a:pt x="12919" y="1108"/>
                </a:lnTo>
                <a:lnTo>
                  <a:pt x="11145" y="1798"/>
                </a:lnTo>
                <a:lnTo>
                  <a:pt x="9466" y="2655"/>
                </a:lnTo>
                <a:lnTo>
                  <a:pt x="7895" y="3644"/>
                </a:lnTo>
                <a:lnTo>
                  <a:pt x="6430" y="4763"/>
                </a:lnTo>
                <a:lnTo>
                  <a:pt x="5096" y="6013"/>
                </a:lnTo>
                <a:lnTo>
                  <a:pt x="3894" y="7371"/>
                </a:lnTo>
                <a:lnTo>
                  <a:pt x="2834" y="8835"/>
                </a:lnTo>
                <a:lnTo>
                  <a:pt x="1917" y="10407"/>
                </a:lnTo>
                <a:lnTo>
                  <a:pt x="1179" y="12050"/>
                </a:lnTo>
                <a:lnTo>
                  <a:pt x="596" y="13776"/>
                </a:lnTo>
                <a:lnTo>
                  <a:pt x="215" y="15574"/>
                </a:lnTo>
                <a:lnTo>
                  <a:pt x="12" y="17432"/>
                </a:lnTo>
                <a:lnTo>
                  <a:pt x="0" y="18372"/>
                </a:lnTo>
                <a:lnTo>
                  <a:pt x="56414" y="18372"/>
                </a:lnTo>
                <a:lnTo>
                  <a:pt x="56403" y="17741"/>
                </a:lnTo>
                <a:lnTo>
                  <a:pt x="56272" y="16503"/>
                </a:lnTo>
                <a:lnTo>
                  <a:pt x="56010" y="15300"/>
                </a:lnTo>
                <a:lnTo>
                  <a:pt x="55617" y="14145"/>
                </a:lnTo>
                <a:lnTo>
                  <a:pt x="55117" y="13050"/>
                </a:lnTo>
                <a:lnTo>
                  <a:pt x="54509" y="12002"/>
                </a:lnTo>
                <a:lnTo>
                  <a:pt x="53795" y="11014"/>
                </a:lnTo>
                <a:lnTo>
                  <a:pt x="52997" y="10109"/>
                </a:lnTo>
                <a:lnTo>
                  <a:pt x="52104" y="9276"/>
                </a:lnTo>
                <a:lnTo>
                  <a:pt x="51116" y="8525"/>
                </a:lnTo>
                <a:lnTo>
                  <a:pt x="50068" y="7859"/>
                </a:lnTo>
                <a:lnTo>
                  <a:pt x="48949" y="7287"/>
                </a:lnTo>
                <a:lnTo>
                  <a:pt x="47770" y="6823"/>
                </a:lnTo>
                <a:lnTo>
                  <a:pt x="46532" y="6466"/>
                </a:lnTo>
                <a:lnTo>
                  <a:pt x="45234" y="6216"/>
                </a:lnTo>
                <a:lnTo>
                  <a:pt x="43912" y="6097"/>
                </a:lnTo>
                <a:lnTo>
                  <a:pt x="43234" y="6085"/>
                </a:lnTo>
                <a:lnTo>
                  <a:pt x="42734" y="6085"/>
                </a:lnTo>
                <a:lnTo>
                  <a:pt x="41757" y="6156"/>
                </a:lnTo>
                <a:lnTo>
                  <a:pt x="40793" y="6287"/>
                </a:lnTo>
                <a:lnTo>
                  <a:pt x="39864" y="6478"/>
                </a:lnTo>
                <a:lnTo>
                  <a:pt x="38959" y="6739"/>
                </a:lnTo>
                <a:lnTo>
                  <a:pt x="38078" y="7049"/>
                </a:lnTo>
                <a:lnTo>
                  <a:pt x="37233" y="7418"/>
                </a:lnTo>
                <a:lnTo>
                  <a:pt x="36423" y="7847"/>
                </a:lnTo>
                <a:lnTo>
                  <a:pt x="36030" y="8073"/>
                </a:lnTo>
                <a:lnTo>
                  <a:pt x="35685" y="7621"/>
                </a:lnTo>
                <a:lnTo>
                  <a:pt x="34970" y="6751"/>
                </a:lnTo>
                <a:lnTo>
                  <a:pt x="34197" y="5918"/>
                </a:lnTo>
                <a:lnTo>
                  <a:pt x="33375" y="5132"/>
                </a:lnTo>
                <a:lnTo>
                  <a:pt x="32494" y="4382"/>
                </a:lnTo>
                <a:lnTo>
                  <a:pt x="31577" y="3703"/>
                </a:lnTo>
                <a:lnTo>
                  <a:pt x="30613" y="3060"/>
                </a:lnTo>
                <a:lnTo>
                  <a:pt x="29601" y="2477"/>
                </a:lnTo>
                <a:lnTo>
                  <a:pt x="28565" y="1941"/>
                </a:lnTo>
                <a:lnTo>
                  <a:pt x="27481" y="1477"/>
                </a:lnTo>
                <a:lnTo>
                  <a:pt x="26362" y="1060"/>
                </a:lnTo>
                <a:lnTo>
                  <a:pt x="25207" y="715"/>
                </a:lnTo>
                <a:lnTo>
                  <a:pt x="24028" y="441"/>
                </a:lnTo>
                <a:lnTo>
                  <a:pt x="22826" y="215"/>
                </a:lnTo>
                <a:lnTo>
                  <a:pt x="21587" y="72"/>
                </a:lnTo>
                <a:lnTo>
                  <a:pt x="20337" y="0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1"/>
          <p:cNvSpPr/>
          <p:nvPr/>
        </p:nvSpPr>
        <p:spPr>
          <a:xfrm>
            <a:off x="4434083" y="1196268"/>
            <a:ext cx="4521927" cy="3024378"/>
          </a:xfrm>
          <a:custGeom>
            <a:rect b="b" l="l" r="r" t="t"/>
            <a:pathLst>
              <a:path extrusionOk="0" h="94719" w="141620">
                <a:moveTo>
                  <a:pt x="44758" y="1"/>
                </a:moveTo>
                <a:lnTo>
                  <a:pt x="42436" y="96"/>
                </a:lnTo>
                <a:lnTo>
                  <a:pt x="40138" y="310"/>
                </a:lnTo>
                <a:lnTo>
                  <a:pt x="37876" y="644"/>
                </a:lnTo>
                <a:lnTo>
                  <a:pt x="35649" y="1084"/>
                </a:lnTo>
                <a:lnTo>
                  <a:pt x="33458" y="1632"/>
                </a:lnTo>
                <a:lnTo>
                  <a:pt x="31315" y="2287"/>
                </a:lnTo>
                <a:lnTo>
                  <a:pt x="29207" y="3037"/>
                </a:lnTo>
                <a:lnTo>
                  <a:pt x="27160" y="3894"/>
                </a:lnTo>
                <a:lnTo>
                  <a:pt x="25147" y="4847"/>
                </a:lnTo>
                <a:lnTo>
                  <a:pt x="23206" y="5894"/>
                </a:lnTo>
                <a:lnTo>
                  <a:pt x="21301" y="7038"/>
                </a:lnTo>
                <a:lnTo>
                  <a:pt x="19468" y="8264"/>
                </a:lnTo>
                <a:lnTo>
                  <a:pt x="17706" y="9574"/>
                </a:lnTo>
                <a:lnTo>
                  <a:pt x="15991" y="10967"/>
                </a:lnTo>
                <a:lnTo>
                  <a:pt x="14360" y="12431"/>
                </a:lnTo>
                <a:lnTo>
                  <a:pt x="12788" y="13979"/>
                </a:lnTo>
                <a:lnTo>
                  <a:pt x="11300" y="15598"/>
                </a:lnTo>
                <a:lnTo>
                  <a:pt x="9895" y="17289"/>
                </a:lnTo>
                <a:lnTo>
                  <a:pt x="8561" y="19040"/>
                </a:lnTo>
                <a:lnTo>
                  <a:pt x="7311" y="20861"/>
                </a:lnTo>
                <a:lnTo>
                  <a:pt x="6156" y="22743"/>
                </a:lnTo>
                <a:lnTo>
                  <a:pt x="5084" y="24683"/>
                </a:lnTo>
                <a:lnTo>
                  <a:pt x="4108" y="26672"/>
                </a:lnTo>
                <a:lnTo>
                  <a:pt x="3227" y="28720"/>
                </a:lnTo>
                <a:lnTo>
                  <a:pt x="2441" y="30815"/>
                </a:lnTo>
                <a:lnTo>
                  <a:pt x="1762" y="32947"/>
                </a:lnTo>
                <a:lnTo>
                  <a:pt x="1191" y="35137"/>
                </a:lnTo>
                <a:lnTo>
                  <a:pt x="727" y="37352"/>
                </a:lnTo>
                <a:lnTo>
                  <a:pt x="369" y="39614"/>
                </a:lnTo>
                <a:lnTo>
                  <a:pt x="131" y="41900"/>
                </a:lnTo>
                <a:lnTo>
                  <a:pt x="12" y="44222"/>
                </a:lnTo>
                <a:lnTo>
                  <a:pt x="0" y="45401"/>
                </a:lnTo>
                <a:lnTo>
                  <a:pt x="12" y="46627"/>
                </a:lnTo>
                <a:lnTo>
                  <a:pt x="131" y="49068"/>
                </a:lnTo>
                <a:lnTo>
                  <a:pt x="393" y="51473"/>
                </a:lnTo>
                <a:lnTo>
                  <a:pt x="762" y="53831"/>
                </a:lnTo>
                <a:lnTo>
                  <a:pt x="1262" y="56153"/>
                </a:lnTo>
                <a:lnTo>
                  <a:pt x="1870" y="58427"/>
                </a:lnTo>
                <a:lnTo>
                  <a:pt x="2596" y="60654"/>
                </a:lnTo>
                <a:lnTo>
                  <a:pt x="3441" y="62832"/>
                </a:lnTo>
                <a:lnTo>
                  <a:pt x="4382" y="64952"/>
                </a:lnTo>
                <a:lnTo>
                  <a:pt x="5430" y="67012"/>
                </a:lnTo>
                <a:lnTo>
                  <a:pt x="6573" y="69000"/>
                </a:lnTo>
                <a:lnTo>
                  <a:pt x="7823" y="70941"/>
                </a:lnTo>
                <a:lnTo>
                  <a:pt x="9157" y="72798"/>
                </a:lnTo>
                <a:lnTo>
                  <a:pt x="10585" y="74596"/>
                </a:lnTo>
                <a:lnTo>
                  <a:pt x="12097" y="76311"/>
                </a:lnTo>
                <a:lnTo>
                  <a:pt x="13693" y="77954"/>
                </a:lnTo>
                <a:lnTo>
                  <a:pt x="14526" y="78740"/>
                </a:lnTo>
                <a:lnTo>
                  <a:pt x="14538" y="79561"/>
                </a:lnTo>
                <a:lnTo>
                  <a:pt x="14705" y="81169"/>
                </a:lnTo>
                <a:lnTo>
                  <a:pt x="15027" y="82729"/>
                </a:lnTo>
                <a:lnTo>
                  <a:pt x="15491" y="84241"/>
                </a:lnTo>
                <a:lnTo>
                  <a:pt x="16098" y="85670"/>
                </a:lnTo>
                <a:lnTo>
                  <a:pt x="16836" y="87027"/>
                </a:lnTo>
                <a:lnTo>
                  <a:pt x="17694" y="88301"/>
                </a:lnTo>
                <a:lnTo>
                  <a:pt x="18670" y="89492"/>
                </a:lnTo>
                <a:lnTo>
                  <a:pt x="19754" y="90575"/>
                </a:lnTo>
                <a:lnTo>
                  <a:pt x="20944" y="91552"/>
                </a:lnTo>
                <a:lnTo>
                  <a:pt x="22218" y="92409"/>
                </a:lnTo>
                <a:lnTo>
                  <a:pt x="23576" y="93147"/>
                </a:lnTo>
                <a:lnTo>
                  <a:pt x="25004" y="93754"/>
                </a:lnTo>
                <a:lnTo>
                  <a:pt x="26517" y="94219"/>
                </a:lnTo>
                <a:lnTo>
                  <a:pt x="28076" y="94540"/>
                </a:lnTo>
                <a:lnTo>
                  <a:pt x="29684" y="94707"/>
                </a:lnTo>
                <a:lnTo>
                  <a:pt x="30505" y="94719"/>
                </a:lnTo>
                <a:lnTo>
                  <a:pt x="120687" y="94719"/>
                </a:lnTo>
                <a:lnTo>
                  <a:pt x="121128" y="94623"/>
                </a:lnTo>
                <a:lnTo>
                  <a:pt x="121520" y="94457"/>
                </a:lnTo>
                <a:lnTo>
                  <a:pt x="121878" y="94219"/>
                </a:lnTo>
                <a:lnTo>
                  <a:pt x="122175" y="93921"/>
                </a:lnTo>
                <a:lnTo>
                  <a:pt x="122413" y="93564"/>
                </a:lnTo>
                <a:lnTo>
                  <a:pt x="122580" y="93159"/>
                </a:lnTo>
                <a:lnTo>
                  <a:pt x="122675" y="92730"/>
                </a:lnTo>
                <a:lnTo>
                  <a:pt x="122687" y="92504"/>
                </a:lnTo>
                <a:lnTo>
                  <a:pt x="123711" y="92075"/>
                </a:lnTo>
                <a:lnTo>
                  <a:pt x="125712" y="91075"/>
                </a:lnTo>
                <a:lnTo>
                  <a:pt x="127629" y="89956"/>
                </a:lnTo>
                <a:lnTo>
                  <a:pt x="129450" y="88694"/>
                </a:lnTo>
                <a:lnTo>
                  <a:pt x="131165" y="87301"/>
                </a:lnTo>
                <a:lnTo>
                  <a:pt x="132784" y="85789"/>
                </a:lnTo>
                <a:lnTo>
                  <a:pt x="134285" y="84169"/>
                </a:lnTo>
                <a:lnTo>
                  <a:pt x="135666" y="82443"/>
                </a:lnTo>
                <a:lnTo>
                  <a:pt x="136928" y="80609"/>
                </a:lnTo>
                <a:lnTo>
                  <a:pt x="138047" y="78680"/>
                </a:lnTo>
                <a:lnTo>
                  <a:pt x="139023" y="76680"/>
                </a:lnTo>
                <a:lnTo>
                  <a:pt x="139857" y="74584"/>
                </a:lnTo>
                <a:lnTo>
                  <a:pt x="140547" y="72429"/>
                </a:lnTo>
                <a:lnTo>
                  <a:pt x="141059" y="70191"/>
                </a:lnTo>
                <a:lnTo>
                  <a:pt x="141417" y="67905"/>
                </a:lnTo>
                <a:lnTo>
                  <a:pt x="141595" y="65571"/>
                </a:lnTo>
                <a:lnTo>
                  <a:pt x="141619" y="64380"/>
                </a:lnTo>
                <a:lnTo>
                  <a:pt x="141607" y="63595"/>
                </a:lnTo>
                <a:lnTo>
                  <a:pt x="141524" y="62059"/>
                </a:lnTo>
                <a:lnTo>
                  <a:pt x="141381" y="60534"/>
                </a:lnTo>
                <a:lnTo>
                  <a:pt x="141155" y="59034"/>
                </a:lnTo>
                <a:lnTo>
                  <a:pt x="140857" y="57558"/>
                </a:lnTo>
                <a:lnTo>
                  <a:pt x="140488" y="56117"/>
                </a:lnTo>
                <a:lnTo>
                  <a:pt x="140047" y="54700"/>
                </a:lnTo>
                <a:lnTo>
                  <a:pt x="139547" y="53319"/>
                </a:lnTo>
                <a:lnTo>
                  <a:pt x="138988" y="51962"/>
                </a:lnTo>
                <a:lnTo>
                  <a:pt x="138357" y="50640"/>
                </a:lnTo>
                <a:lnTo>
                  <a:pt x="137666" y="49354"/>
                </a:lnTo>
                <a:lnTo>
                  <a:pt x="136928" y="48116"/>
                </a:lnTo>
                <a:lnTo>
                  <a:pt x="136118" y="46913"/>
                </a:lnTo>
                <a:lnTo>
                  <a:pt x="135261" y="45746"/>
                </a:lnTo>
                <a:lnTo>
                  <a:pt x="134344" y="44627"/>
                </a:lnTo>
                <a:lnTo>
                  <a:pt x="133380" y="43555"/>
                </a:lnTo>
                <a:lnTo>
                  <a:pt x="132368" y="42520"/>
                </a:lnTo>
                <a:lnTo>
                  <a:pt x="131308" y="41543"/>
                </a:lnTo>
                <a:lnTo>
                  <a:pt x="130201" y="40615"/>
                </a:lnTo>
                <a:lnTo>
                  <a:pt x="129046" y="39745"/>
                </a:lnTo>
                <a:lnTo>
                  <a:pt x="127855" y="38924"/>
                </a:lnTo>
                <a:lnTo>
                  <a:pt x="126617" y="38162"/>
                </a:lnTo>
                <a:lnTo>
                  <a:pt x="125343" y="37459"/>
                </a:lnTo>
                <a:lnTo>
                  <a:pt x="124033" y="36816"/>
                </a:lnTo>
                <a:lnTo>
                  <a:pt x="122687" y="36233"/>
                </a:lnTo>
                <a:lnTo>
                  <a:pt x="121306" y="35709"/>
                </a:lnTo>
                <a:lnTo>
                  <a:pt x="119889" y="35256"/>
                </a:lnTo>
                <a:lnTo>
                  <a:pt x="118449" y="34875"/>
                </a:lnTo>
                <a:lnTo>
                  <a:pt x="116984" y="34554"/>
                </a:lnTo>
                <a:lnTo>
                  <a:pt x="115496" y="34316"/>
                </a:lnTo>
                <a:lnTo>
                  <a:pt x="113972" y="34137"/>
                </a:lnTo>
                <a:lnTo>
                  <a:pt x="112436" y="34042"/>
                </a:lnTo>
                <a:lnTo>
                  <a:pt x="111650" y="34030"/>
                </a:lnTo>
                <a:lnTo>
                  <a:pt x="110900" y="34018"/>
                </a:lnTo>
                <a:lnTo>
                  <a:pt x="109399" y="34078"/>
                </a:lnTo>
                <a:lnTo>
                  <a:pt x="107923" y="34197"/>
                </a:lnTo>
                <a:lnTo>
                  <a:pt x="106470" y="34399"/>
                </a:lnTo>
                <a:lnTo>
                  <a:pt x="105042" y="34661"/>
                </a:lnTo>
                <a:lnTo>
                  <a:pt x="103637" y="34983"/>
                </a:lnTo>
                <a:lnTo>
                  <a:pt x="102255" y="35387"/>
                </a:lnTo>
                <a:lnTo>
                  <a:pt x="100898" y="35840"/>
                </a:lnTo>
                <a:lnTo>
                  <a:pt x="99576" y="36352"/>
                </a:lnTo>
                <a:lnTo>
                  <a:pt x="98279" y="36935"/>
                </a:lnTo>
                <a:lnTo>
                  <a:pt x="97016" y="37566"/>
                </a:lnTo>
                <a:lnTo>
                  <a:pt x="95790" y="38257"/>
                </a:lnTo>
                <a:lnTo>
                  <a:pt x="94599" y="39007"/>
                </a:lnTo>
                <a:lnTo>
                  <a:pt x="93444" y="39805"/>
                </a:lnTo>
                <a:lnTo>
                  <a:pt x="92337" y="40650"/>
                </a:lnTo>
                <a:lnTo>
                  <a:pt x="91265" y="41555"/>
                </a:lnTo>
                <a:lnTo>
                  <a:pt x="90742" y="42020"/>
                </a:lnTo>
                <a:lnTo>
                  <a:pt x="90646" y="40924"/>
                </a:lnTo>
                <a:lnTo>
                  <a:pt x="90384" y="38769"/>
                </a:lnTo>
                <a:lnTo>
                  <a:pt x="90027" y="36650"/>
                </a:lnTo>
                <a:lnTo>
                  <a:pt x="89563" y="34554"/>
                </a:lnTo>
                <a:lnTo>
                  <a:pt x="89003" y="32506"/>
                </a:lnTo>
                <a:lnTo>
                  <a:pt x="88348" y="30482"/>
                </a:lnTo>
                <a:lnTo>
                  <a:pt x="87610" y="28517"/>
                </a:lnTo>
                <a:lnTo>
                  <a:pt x="86788" y="26588"/>
                </a:lnTo>
                <a:lnTo>
                  <a:pt x="85884" y="24707"/>
                </a:lnTo>
                <a:lnTo>
                  <a:pt x="84883" y="22873"/>
                </a:lnTo>
                <a:lnTo>
                  <a:pt x="83812" y="21099"/>
                </a:lnTo>
                <a:lnTo>
                  <a:pt x="82657" y="19373"/>
                </a:lnTo>
                <a:lnTo>
                  <a:pt x="81430" y="17706"/>
                </a:lnTo>
                <a:lnTo>
                  <a:pt x="80133" y="16099"/>
                </a:lnTo>
                <a:lnTo>
                  <a:pt x="78763" y="14551"/>
                </a:lnTo>
                <a:lnTo>
                  <a:pt x="77323" y="13074"/>
                </a:lnTo>
                <a:lnTo>
                  <a:pt x="75822" y="11657"/>
                </a:lnTo>
                <a:lnTo>
                  <a:pt x="74251" y="10300"/>
                </a:lnTo>
                <a:lnTo>
                  <a:pt x="72631" y="9026"/>
                </a:lnTo>
                <a:lnTo>
                  <a:pt x="70941" y="7823"/>
                </a:lnTo>
                <a:lnTo>
                  <a:pt x="69202" y="6704"/>
                </a:lnTo>
                <a:lnTo>
                  <a:pt x="67404" y="5656"/>
                </a:lnTo>
                <a:lnTo>
                  <a:pt x="65559" y="4680"/>
                </a:lnTo>
                <a:lnTo>
                  <a:pt x="63666" y="3799"/>
                </a:lnTo>
                <a:lnTo>
                  <a:pt x="61725" y="3001"/>
                </a:lnTo>
                <a:lnTo>
                  <a:pt x="59736" y="2287"/>
                </a:lnTo>
                <a:lnTo>
                  <a:pt x="57712" y="1668"/>
                </a:lnTo>
                <a:lnTo>
                  <a:pt x="55640" y="1144"/>
                </a:lnTo>
                <a:lnTo>
                  <a:pt x="53545" y="715"/>
                </a:lnTo>
                <a:lnTo>
                  <a:pt x="51402" y="382"/>
                </a:lnTo>
                <a:lnTo>
                  <a:pt x="49235" y="155"/>
                </a:lnTo>
                <a:lnTo>
                  <a:pt x="47032" y="24"/>
                </a:lnTo>
                <a:lnTo>
                  <a:pt x="45925" y="1"/>
                </a:lnTo>
                <a:close/>
              </a:path>
            </a:pathLst>
          </a:custGeom>
          <a:solidFill>
            <a:srgbClr val="DEF0E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1"/>
          <p:cNvSpPr/>
          <p:nvPr/>
        </p:nvSpPr>
        <p:spPr>
          <a:xfrm>
            <a:off x="6348614" y="737712"/>
            <a:ext cx="2245930" cy="3527212"/>
          </a:xfrm>
          <a:custGeom>
            <a:rect b="b" l="l" r="r" t="t"/>
            <a:pathLst>
              <a:path extrusionOk="0" h="62332" w="39686">
                <a:moveTo>
                  <a:pt x="31351" y="0"/>
                </a:moveTo>
                <a:lnTo>
                  <a:pt x="30589" y="1274"/>
                </a:lnTo>
                <a:lnTo>
                  <a:pt x="29172" y="3882"/>
                </a:lnTo>
                <a:lnTo>
                  <a:pt x="27874" y="6561"/>
                </a:lnTo>
                <a:lnTo>
                  <a:pt x="26707" y="9299"/>
                </a:lnTo>
                <a:lnTo>
                  <a:pt x="26171" y="10692"/>
                </a:lnTo>
                <a:lnTo>
                  <a:pt x="25779" y="11776"/>
                </a:lnTo>
                <a:lnTo>
                  <a:pt x="25064" y="13979"/>
                </a:lnTo>
                <a:lnTo>
                  <a:pt x="24421" y="16205"/>
                </a:lnTo>
                <a:lnTo>
                  <a:pt x="23862" y="18444"/>
                </a:lnTo>
                <a:lnTo>
                  <a:pt x="23623" y="19575"/>
                </a:lnTo>
                <a:lnTo>
                  <a:pt x="23350" y="19527"/>
                </a:lnTo>
                <a:lnTo>
                  <a:pt x="23088" y="19527"/>
                </a:lnTo>
                <a:lnTo>
                  <a:pt x="22802" y="19539"/>
                </a:lnTo>
                <a:lnTo>
                  <a:pt x="22254" y="19646"/>
                </a:lnTo>
                <a:lnTo>
                  <a:pt x="21754" y="19849"/>
                </a:lnTo>
                <a:lnTo>
                  <a:pt x="21302" y="20146"/>
                </a:lnTo>
                <a:lnTo>
                  <a:pt x="20921" y="20527"/>
                </a:lnTo>
                <a:lnTo>
                  <a:pt x="20611" y="20968"/>
                </a:lnTo>
                <a:lnTo>
                  <a:pt x="20397" y="21468"/>
                </a:lnTo>
                <a:lnTo>
                  <a:pt x="20278" y="22004"/>
                </a:lnTo>
                <a:lnTo>
                  <a:pt x="20254" y="22290"/>
                </a:lnTo>
                <a:lnTo>
                  <a:pt x="19135" y="22373"/>
                </a:lnTo>
                <a:lnTo>
                  <a:pt x="16884" y="22599"/>
                </a:lnTo>
                <a:lnTo>
                  <a:pt x="14658" y="22909"/>
                </a:lnTo>
                <a:lnTo>
                  <a:pt x="12431" y="23290"/>
                </a:lnTo>
                <a:lnTo>
                  <a:pt x="11324" y="23516"/>
                </a:lnTo>
                <a:lnTo>
                  <a:pt x="9871" y="23849"/>
                </a:lnTo>
                <a:lnTo>
                  <a:pt x="7002" y="24611"/>
                </a:lnTo>
                <a:lnTo>
                  <a:pt x="4168" y="25504"/>
                </a:lnTo>
                <a:lnTo>
                  <a:pt x="1382" y="26540"/>
                </a:lnTo>
                <a:lnTo>
                  <a:pt x="0" y="27112"/>
                </a:lnTo>
                <a:lnTo>
                  <a:pt x="1489" y="27064"/>
                </a:lnTo>
                <a:lnTo>
                  <a:pt x="4454" y="26874"/>
                </a:lnTo>
                <a:lnTo>
                  <a:pt x="7418" y="26540"/>
                </a:lnTo>
                <a:lnTo>
                  <a:pt x="10347" y="26052"/>
                </a:lnTo>
                <a:lnTo>
                  <a:pt x="11812" y="25766"/>
                </a:lnTo>
                <a:lnTo>
                  <a:pt x="12895" y="25516"/>
                </a:lnTo>
                <a:lnTo>
                  <a:pt x="15074" y="24969"/>
                </a:lnTo>
                <a:lnTo>
                  <a:pt x="17218" y="24338"/>
                </a:lnTo>
                <a:lnTo>
                  <a:pt x="19349" y="23647"/>
                </a:lnTo>
                <a:lnTo>
                  <a:pt x="20397" y="23254"/>
                </a:lnTo>
                <a:lnTo>
                  <a:pt x="20528" y="23599"/>
                </a:lnTo>
                <a:lnTo>
                  <a:pt x="20933" y="24195"/>
                </a:lnTo>
                <a:lnTo>
                  <a:pt x="21456" y="24671"/>
                </a:lnTo>
                <a:lnTo>
                  <a:pt x="22087" y="25004"/>
                </a:lnTo>
                <a:lnTo>
                  <a:pt x="22445" y="25111"/>
                </a:lnTo>
                <a:lnTo>
                  <a:pt x="22445" y="62022"/>
                </a:lnTo>
                <a:lnTo>
                  <a:pt x="22457" y="62141"/>
                </a:lnTo>
                <a:lnTo>
                  <a:pt x="22623" y="62308"/>
                </a:lnTo>
                <a:lnTo>
                  <a:pt x="22754" y="62332"/>
                </a:lnTo>
                <a:lnTo>
                  <a:pt x="23111" y="62332"/>
                </a:lnTo>
                <a:lnTo>
                  <a:pt x="23231" y="62308"/>
                </a:lnTo>
                <a:lnTo>
                  <a:pt x="23397" y="62141"/>
                </a:lnTo>
                <a:lnTo>
                  <a:pt x="23421" y="62022"/>
                </a:lnTo>
                <a:lnTo>
                  <a:pt x="23421" y="25159"/>
                </a:lnTo>
                <a:lnTo>
                  <a:pt x="23790" y="25088"/>
                </a:lnTo>
                <a:lnTo>
                  <a:pt x="24493" y="24802"/>
                </a:lnTo>
                <a:lnTo>
                  <a:pt x="24802" y="24588"/>
                </a:lnTo>
                <a:lnTo>
                  <a:pt x="25469" y="25481"/>
                </a:lnTo>
                <a:lnTo>
                  <a:pt x="26862" y="27243"/>
                </a:lnTo>
                <a:lnTo>
                  <a:pt x="28315" y="28957"/>
                </a:lnTo>
                <a:lnTo>
                  <a:pt x="29815" y="30612"/>
                </a:lnTo>
                <a:lnTo>
                  <a:pt x="30601" y="31422"/>
                </a:lnTo>
                <a:lnTo>
                  <a:pt x="31649" y="32470"/>
                </a:lnTo>
                <a:lnTo>
                  <a:pt x="33828" y="34494"/>
                </a:lnTo>
                <a:lnTo>
                  <a:pt x="36102" y="36411"/>
                </a:lnTo>
                <a:lnTo>
                  <a:pt x="38471" y="38209"/>
                </a:lnTo>
                <a:lnTo>
                  <a:pt x="39686" y="39066"/>
                </a:lnTo>
                <a:lnTo>
                  <a:pt x="38864" y="37828"/>
                </a:lnTo>
                <a:lnTo>
                  <a:pt x="37102" y="35423"/>
                </a:lnTo>
                <a:lnTo>
                  <a:pt x="35244" y="33113"/>
                </a:lnTo>
                <a:lnTo>
                  <a:pt x="33268" y="30886"/>
                </a:lnTo>
                <a:lnTo>
                  <a:pt x="32232" y="29815"/>
                </a:lnTo>
                <a:lnTo>
                  <a:pt x="31434" y="29017"/>
                </a:lnTo>
                <a:lnTo>
                  <a:pt x="29803" y="27469"/>
                </a:lnTo>
                <a:lnTo>
                  <a:pt x="28112" y="25981"/>
                </a:lnTo>
                <a:lnTo>
                  <a:pt x="26362" y="24552"/>
                </a:lnTo>
                <a:lnTo>
                  <a:pt x="25481" y="23861"/>
                </a:lnTo>
                <a:lnTo>
                  <a:pt x="25624" y="23599"/>
                </a:lnTo>
                <a:lnTo>
                  <a:pt x="25826" y="23052"/>
                </a:lnTo>
                <a:lnTo>
                  <a:pt x="25910" y="22492"/>
                </a:lnTo>
                <a:lnTo>
                  <a:pt x="25886" y="21932"/>
                </a:lnTo>
                <a:lnTo>
                  <a:pt x="25743" y="21385"/>
                </a:lnTo>
                <a:lnTo>
                  <a:pt x="25505" y="20885"/>
                </a:lnTo>
                <a:lnTo>
                  <a:pt x="25159" y="20432"/>
                </a:lnTo>
                <a:lnTo>
                  <a:pt x="24731" y="20039"/>
                </a:lnTo>
                <a:lnTo>
                  <a:pt x="24469" y="19884"/>
                </a:lnTo>
                <a:lnTo>
                  <a:pt x="25017" y="18872"/>
                </a:lnTo>
                <a:lnTo>
                  <a:pt x="26052" y="16801"/>
                </a:lnTo>
                <a:lnTo>
                  <a:pt x="27017" y="14693"/>
                </a:lnTo>
                <a:lnTo>
                  <a:pt x="27910" y="12562"/>
                </a:lnTo>
                <a:lnTo>
                  <a:pt x="28327" y="11478"/>
                </a:lnTo>
                <a:lnTo>
                  <a:pt x="28827" y="10085"/>
                </a:lnTo>
                <a:lnTo>
                  <a:pt x="29720" y="7239"/>
                </a:lnTo>
                <a:lnTo>
                  <a:pt x="30482" y="4370"/>
                </a:lnTo>
                <a:lnTo>
                  <a:pt x="31101" y="1465"/>
                </a:lnTo>
                <a:lnTo>
                  <a:pt x="31351" y="0"/>
                </a:lnTo>
                <a:close/>
              </a:path>
            </a:pathLst>
          </a:custGeom>
          <a:solidFill>
            <a:srgbClr val="8CD0B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1"/>
          <p:cNvSpPr/>
          <p:nvPr/>
        </p:nvSpPr>
        <p:spPr>
          <a:xfrm>
            <a:off x="-548022" y="3969433"/>
            <a:ext cx="2526334" cy="2526334"/>
          </a:xfrm>
          <a:custGeom>
            <a:rect b="b" l="l" r="r" t="t"/>
            <a:pathLst>
              <a:path extrusionOk="0" h="79121" w="79121">
                <a:moveTo>
                  <a:pt x="39566" y="0"/>
                </a:moveTo>
                <a:lnTo>
                  <a:pt x="38542" y="12"/>
                </a:lnTo>
                <a:lnTo>
                  <a:pt x="36518" y="108"/>
                </a:lnTo>
                <a:lnTo>
                  <a:pt x="34518" y="310"/>
                </a:lnTo>
                <a:lnTo>
                  <a:pt x="32553" y="620"/>
                </a:lnTo>
                <a:lnTo>
                  <a:pt x="30624" y="1012"/>
                </a:lnTo>
                <a:lnTo>
                  <a:pt x="28731" y="1501"/>
                </a:lnTo>
                <a:lnTo>
                  <a:pt x="26874" y="2072"/>
                </a:lnTo>
                <a:lnTo>
                  <a:pt x="25052" y="2739"/>
                </a:lnTo>
                <a:lnTo>
                  <a:pt x="23278" y="3489"/>
                </a:lnTo>
                <a:lnTo>
                  <a:pt x="21551" y="4323"/>
                </a:lnTo>
                <a:lnTo>
                  <a:pt x="19873" y="5239"/>
                </a:lnTo>
                <a:lnTo>
                  <a:pt x="18241" y="6228"/>
                </a:lnTo>
                <a:lnTo>
                  <a:pt x="16658" y="7299"/>
                </a:lnTo>
                <a:lnTo>
                  <a:pt x="15134" y="8430"/>
                </a:lnTo>
                <a:lnTo>
                  <a:pt x="13669" y="9645"/>
                </a:lnTo>
                <a:lnTo>
                  <a:pt x="12264" y="10919"/>
                </a:lnTo>
                <a:lnTo>
                  <a:pt x="10919" y="12264"/>
                </a:lnTo>
                <a:lnTo>
                  <a:pt x="9645" y="13669"/>
                </a:lnTo>
                <a:lnTo>
                  <a:pt x="8430" y="15134"/>
                </a:lnTo>
                <a:lnTo>
                  <a:pt x="7299" y="16658"/>
                </a:lnTo>
                <a:lnTo>
                  <a:pt x="6227" y="18241"/>
                </a:lnTo>
                <a:lnTo>
                  <a:pt x="5239" y="19873"/>
                </a:lnTo>
                <a:lnTo>
                  <a:pt x="4322" y="21552"/>
                </a:lnTo>
                <a:lnTo>
                  <a:pt x="3489" y="23278"/>
                </a:lnTo>
                <a:lnTo>
                  <a:pt x="2739" y="25052"/>
                </a:lnTo>
                <a:lnTo>
                  <a:pt x="2072" y="26874"/>
                </a:lnTo>
                <a:lnTo>
                  <a:pt x="1500" y="28731"/>
                </a:lnTo>
                <a:lnTo>
                  <a:pt x="1012" y="30624"/>
                </a:lnTo>
                <a:lnTo>
                  <a:pt x="619" y="32553"/>
                </a:lnTo>
                <a:lnTo>
                  <a:pt x="310" y="34518"/>
                </a:lnTo>
                <a:lnTo>
                  <a:pt x="107" y="36518"/>
                </a:lnTo>
                <a:lnTo>
                  <a:pt x="12" y="38542"/>
                </a:lnTo>
                <a:lnTo>
                  <a:pt x="0" y="39566"/>
                </a:lnTo>
                <a:lnTo>
                  <a:pt x="12" y="40579"/>
                </a:lnTo>
                <a:lnTo>
                  <a:pt x="107" y="42603"/>
                </a:lnTo>
                <a:lnTo>
                  <a:pt x="310" y="44603"/>
                </a:lnTo>
                <a:lnTo>
                  <a:pt x="619" y="46568"/>
                </a:lnTo>
                <a:lnTo>
                  <a:pt x="1012" y="48496"/>
                </a:lnTo>
                <a:lnTo>
                  <a:pt x="1500" y="50390"/>
                </a:lnTo>
                <a:lnTo>
                  <a:pt x="2072" y="52247"/>
                </a:lnTo>
                <a:lnTo>
                  <a:pt x="2739" y="54069"/>
                </a:lnTo>
                <a:lnTo>
                  <a:pt x="3489" y="55843"/>
                </a:lnTo>
                <a:lnTo>
                  <a:pt x="4322" y="57569"/>
                </a:lnTo>
                <a:lnTo>
                  <a:pt x="5239" y="59248"/>
                </a:lnTo>
                <a:lnTo>
                  <a:pt x="6227" y="60880"/>
                </a:lnTo>
                <a:lnTo>
                  <a:pt x="7299" y="62463"/>
                </a:lnTo>
                <a:lnTo>
                  <a:pt x="8430" y="63987"/>
                </a:lnTo>
                <a:lnTo>
                  <a:pt x="9645" y="65452"/>
                </a:lnTo>
                <a:lnTo>
                  <a:pt x="10919" y="66857"/>
                </a:lnTo>
                <a:lnTo>
                  <a:pt x="12264" y="68202"/>
                </a:lnTo>
                <a:lnTo>
                  <a:pt x="13669" y="69476"/>
                </a:lnTo>
                <a:lnTo>
                  <a:pt x="15134" y="70691"/>
                </a:lnTo>
                <a:lnTo>
                  <a:pt x="16658" y="71822"/>
                </a:lnTo>
                <a:lnTo>
                  <a:pt x="18241" y="72893"/>
                </a:lnTo>
                <a:lnTo>
                  <a:pt x="19873" y="73882"/>
                </a:lnTo>
                <a:lnTo>
                  <a:pt x="21551" y="74798"/>
                </a:lnTo>
                <a:lnTo>
                  <a:pt x="23278" y="75632"/>
                </a:lnTo>
                <a:lnTo>
                  <a:pt x="25052" y="76382"/>
                </a:lnTo>
                <a:lnTo>
                  <a:pt x="26874" y="77049"/>
                </a:lnTo>
                <a:lnTo>
                  <a:pt x="28731" y="77620"/>
                </a:lnTo>
                <a:lnTo>
                  <a:pt x="30624" y="78109"/>
                </a:lnTo>
                <a:lnTo>
                  <a:pt x="32553" y="78501"/>
                </a:lnTo>
                <a:lnTo>
                  <a:pt x="34518" y="78811"/>
                </a:lnTo>
                <a:lnTo>
                  <a:pt x="36518" y="79013"/>
                </a:lnTo>
                <a:lnTo>
                  <a:pt x="38542" y="79109"/>
                </a:lnTo>
                <a:lnTo>
                  <a:pt x="39566" y="79121"/>
                </a:lnTo>
                <a:lnTo>
                  <a:pt x="40578" y="79109"/>
                </a:lnTo>
                <a:lnTo>
                  <a:pt x="42603" y="79013"/>
                </a:lnTo>
                <a:lnTo>
                  <a:pt x="44603" y="78811"/>
                </a:lnTo>
                <a:lnTo>
                  <a:pt x="46568" y="78501"/>
                </a:lnTo>
                <a:lnTo>
                  <a:pt x="48496" y="78109"/>
                </a:lnTo>
                <a:lnTo>
                  <a:pt x="50390" y="77620"/>
                </a:lnTo>
                <a:lnTo>
                  <a:pt x="52247" y="77049"/>
                </a:lnTo>
                <a:lnTo>
                  <a:pt x="54069" y="76382"/>
                </a:lnTo>
                <a:lnTo>
                  <a:pt x="55843" y="75632"/>
                </a:lnTo>
                <a:lnTo>
                  <a:pt x="57569" y="74798"/>
                </a:lnTo>
                <a:lnTo>
                  <a:pt x="59248" y="73882"/>
                </a:lnTo>
                <a:lnTo>
                  <a:pt x="60879" y="72893"/>
                </a:lnTo>
                <a:lnTo>
                  <a:pt x="62463" y="71822"/>
                </a:lnTo>
                <a:lnTo>
                  <a:pt x="63987" y="70691"/>
                </a:lnTo>
                <a:lnTo>
                  <a:pt x="65452" y="69476"/>
                </a:lnTo>
                <a:lnTo>
                  <a:pt x="66857" y="68202"/>
                </a:lnTo>
                <a:lnTo>
                  <a:pt x="68202" y="66857"/>
                </a:lnTo>
                <a:lnTo>
                  <a:pt x="69476" y="65452"/>
                </a:lnTo>
                <a:lnTo>
                  <a:pt x="70691" y="63987"/>
                </a:lnTo>
                <a:lnTo>
                  <a:pt x="71822" y="62463"/>
                </a:lnTo>
                <a:lnTo>
                  <a:pt x="72893" y="60880"/>
                </a:lnTo>
                <a:lnTo>
                  <a:pt x="73882" y="59248"/>
                </a:lnTo>
                <a:lnTo>
                  <a:pt x="74798" y="57569"/>
                </a:lnTo>
                <a:lnTo>
                  <a:pt x="75632" y="55843"/>
                </a:lnTo>
                <a:lnTo>
                  <a:pt x="76382" y="54069"/>
                </a:lnTo>
                <a:lnTo>
                  <a:pt x="77049" y="52247"/>
                </a:lnTo>
                <a:lnTo>
                  <a:pt x="77620" y="50390"/>
                </a:lnTo>
                <a:lnTo>
                  <a:pt x="78108" y="48496"/>
                </a:lnTo>
                <a:lnTo>
                  <a:pt x="78501" y="46568"/>
                </a:lnTo>
                <a:lnTo>
                  <a:pt x="78811" y="44603"/>
                </a:lnTo>
                <a:lnTo>
                  <a:pt x="79013" y="42603"/>
                </a:lnTo>
                <a:lnTo>
                  <a:pt x="79109" y="40579"/>
                </a:lnTo>
                <a:lnTo>
                  <a:pt x="79121" y="39566"/>
                </a:lnTo>
                <a:lnTo>
                  <a:pt x="79109" y="38542"/>
                </a:lnTo>
                <a:lnTo>
                  <a:pt x="79013" y="36518"/>
                </a:lnTo>
                <a:lnTo>
                  <a:pt x="78811" y="34518"/>
                </a:lnTo>
                <a:lnTo>
                  <a:pt x="78501" y="32553"/>
                </a:lnTo>
                <a:lnTo>
                  <a:pt x="78108" y="30624"/>
                </a:lnTo>
                <a:lnTo>
                  <a:pt x="77620" y="28731"/>
                </a:lnTo>
                <a:lnTo>
                  <a:pt x="77049" y="26874"/>
                </a:lnTo>
                <a:lnTo>
                  <a:pt x="76382" y="25052"/>
                </a:lnTo>
                <a:lnTo>
                  <a:pt x="75632" y="23278"/>
                </a:lnTo>
                <a:lnTo>
                  <a:pt x="74798" y="21552"/>
                </a:lnTo>
                <a:lnTo>
                  <a:pt x="73882" y="19873"/>
                </a:lnTo>
                <a:lnTo>
                  <a:pt x="72893" y="18241"/>
                </a:lnTo>
                <a:lnTo>
                  <a:pt x="71822" y="16658"/>
                </a:lnTo>
                <a:lnTo>
                  <a:pt x="70691" y="15134"/>
                </a:lnTo>
                <a:lnTo>
                  <a:pt x="69476" y="13669"/>
                </a:lnTo>
                <a:lnTo>
                  <a:pt x="68202" y="12264"/>
                </a:lnTo>
                <a:lnTo>
                  <a:pt x="66857" y="10919"/>
                </a:lnTo>
                <a:lnTo>
                  <a:pt x="65452" y="9645"/>
                </a:lnTo>
                <a:lnTo>
                  <a:pt x="63987" y="8430"/>
                </a:lnTo>
                <a:lnTo>
                  <a:pt x="62463" y="7299"/>
                </a:lnTo>
                <a:lnTo>
                  <a:pt x="60879" y="6228"/>
                </a:lnTo>
                <a:lnTo>
                  <a:pt x="59248" y="5239"/>
                </a:lnTo>
                <a:lnTo>
                  <a:pt x="57569" y="4323"/>
                </a:lnTo>
                <a:lnTo>
                  <a:pt x="55843" y="3489"/>
                </a:lnTo>
                <a:lnTo>
                  <a:pt x="54069" y="2739"/>
                </a:lnTo>
                <a:lnTo>
                  <a:pt x="52247" y="2072"/>
                </a:lnTo>
                <a:lnTo>
                  <a:pt x="50390" y="1501"/>
                </a:lnTo>
                <a:lnTo>
                  <a:pt x="48496" y="1012"/>
                </a:lnTo>
                <a:lnTo>
                  <a:pt x="46568" y="620"/>
                </a:lnTo>
                <a:lnTo>
                  <a:pt x="44603" y="310"/>
                </a:lnTo>
                <a:lnTo>
                  <a:pt x="42603" y="108"/>
                </a:lnTo>
                <a:lnTo>
                  <a:pt x="40578" y="12"/>
                </a:lnTo>
                <a:lnTo>
                  <a:pt x="3956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1"/>
          <p:cNvSpPr/>
          <p:nvPr/>
        </p:nvSpPr>
        <p:spPr>
          <a:xfrm>
            <a:off x="992150" y="3993381"/>
            <a:ext cx="2526334" cy="2525567"/>
          </a:xfrm>
          <a:custGeom>
            <a:rect b="b" l="l" r="r" t="t"/>
            <a:pathLst>
              <a:path extrusionOk="0" h="79097" w="79121">
                <a:moveTo>
                  <a:pt x="38543" y="0"/>
                </a:moveTo>
                <a:lnTo>
                  <a:pt x="36518" y="108"/>
                </a:lnTo>
                <a:lnTo>
                  <a:pt x="34518" y="310"/>
                </a:lnTo>
                <a:lnTo>
                  <a:pt x="32553" y="608"/>
                </a:lnTo>
                <a:lnTo>
                  <a:pt x="30625" y="1001"/>
                </a:lnTo>
                <a:lnTo>
                  <a:pt x="28731" y="1489"/>
                </a:lnTo>
                <a:lnTo>
                  <a:pt x="26874" y="2072"/>
                </a:lnTo>
                <a:lnTo>
                  <a:pt x="25052" y="2727"/>
                </a:lnTo>
                <a:lnTo>
                  <a:pt x="23278" y="3477"/>
                </a:lnTo>
                <a:lnTo>
                  <a:pt x="21552" y="4311"/>
                </a:lnTo>
                <a:lnTo>
                  <a:pt x="19873" y="5228"/>
                </a:lnTo>
                <a:lnTo>
                  <a:pt x="18242" y="6216"/>
                </a:lnTo>
                <a:lnTo>
                  <a:pt x="16658" y="7287"/>
                </a:lnTo>
                <a:lnTo>
                  <a:pt x="15134" y="8419"/>
                </a:lnTo>
                <a:lnTo>
                  <a:pt x="13669" y="9633"/>
                </a:lnTo>
                <a:lnTo>
                  <a:pt x="12264" y="10907"/>
                </a:lnTo>
                <a:lnTo>
                  <a:pt x="10919" y="12253"/>
                </a:lnTo>
                <a:lnTo>
                  <a:pt x="9645" y="13658"/>
                </a:lnTo>
                <a:lnTo>
                  <a:pt x="8442" y="15122"/>
                </a:lnTo>
                <a:lnTo>
                  <a:pt x="7299" y="16646"/>
                </a:lnTo>
                <a:lnTo>
                  <a:pt x="6228" y="18218"/>
                </a:lnTo>
                <a:lnTo>
                  <a:pt x="5239" y="19849"/>
                </a:lnTo>
                <a:lnTo>
                  <a:pt x="4323" y="21528"/>
                </a:lnTo>
                <a:lnTo>
                  <a:pt x="3489" y="23254"/>
                </a:lnTo>
                <a:lnTo>
                  <a:pt x="2739" y="25028"/>
                </a:lnTo>
                <a:lnTo>
                  <a:pt x="2084" y="26850"/>
                </a:lnTo>
                <a:lnTo>
                  <a:pt x="1501" y="28708"/>
                </a:lnTo>
                <a:lnTo>
                  <a:pt x="1013" y="30601"/>
                </a:lnTo>
                <a:lnTo>
                  <a:pt x="620" y="32542"/>
                </a:lnTo>
                <a:lnTo>
                  <a:pt x="322" y="34494"/>
                </a:lnTo>
                <a:lnTo>
                  <a:pt x="120" y="36495"/>
                </a:lnTo>
                <a:lnTo>
                  <a:pt x="12" y="38519"/>
                </a:lnTo>
                <a:lnTo>
                  <a:pt x="0" y="39543"/>
                </a:lnTo>
                <a:lnTo>
                  <a:pt x="12" y="40567"/>
                </a:lnTo>
                <a:lnTo>
                  <a:pt x="120" y="42579"/>
                </a:lnTo>
                <a:lnTo>
                  <a:pt x="322" y="44579"/>
                </a:lnTo>
                <a:lnTo>
                  <a:pt x="620" y="46544"/>
                </a:lnTo>
                <a:lnTo>
                  <a:pt x="1013" y="48473"/>
                </a:lnTo>
                <a:lnTo>
                  <a:pt x="1501" y="50366"/>
                </a:lnTo>
                <a:lnTo>
                  <a:pt x="2084" y="52235"/>
                </a:lnTo>
                <a:lnTo>
                  <a:pt x="2739" y="54045"/>
                </a:lnTo>
                <a:lnTo>
                  <a:pt x="3489" y="55819"/>
                </a:lnTo>
                <a:lnTo>
                  <a:pt x="4323" y="57558"/>
                </a:lnTo>
                <a:lnTo>
                  <a:pt x="5239" y="59236"/>
                </a:lnTo>
                <a:lnTo>
                  <a:pt x="6228" y="60868"/>
                </a:lnTo>
                <a:lnTo>
                  <a:pt x="7299" y="62439"/>
                </a:lnTo>
                <a:lnTo>
                  <a:pt x="8442" y="63963"/>
                </a:lnTo>
                <a:lnTo>
                  <a:pt x="9645" y="65428"/>
                </a:lnTo>
                <a:lnTo>
                  <a:pt x="10919" y="66833"/>
                </a:lnTo>
                <a:lnTo>
                  <a:pt x="12264" y="68178"/>
                </a:lnTo>
                <a:lnTo>
                  <a:pt x="13669" y="69452"/>
                </a:lnTo>
                <a:lnTo>
                  <a:pt x="15134" y="70667"/>
                </a:lnTo>
                <a:lnTo>
                  <a:pt x="16658" y="71810"/>
                </a:lnTo>
                <a:lnTo>
                  <a:pt x="18242" y="72870"/>
                </a:lnTo>
                <a:lnTo>
                  <a:pt x="19873" y="73858"/>
                </a:lnTo>
                <a:lnTo>
                  <a:pt x="21552" y="74775"/>
                </a:lnTo>
                <a:lnTo>
                  <a:pt x="23278" y="75608"/>
                </a:lnTo>
                <a:lnTo>
                  <a:pt x="25052" y="76358"/>
                </a:lnTo>
                <a:lnTo>
                  <a:pt x="26874" y="77025"/>
                </a:lnTo>
                <a:lnTo>
                  <a:pt x="28731" y="77609"/>
                </a:lnTo>
                <a:lnTo>
                  <a:pt x="30625" y="78085"/>
                </a:lnTo>
                <a:lnTo>
                  <a:pt x="32553" y="78490"/>
                </a:lnTo>
                <a:lnTo>
                  <a:pt x="34518" y="78787"/>
                </a:lnTo>
                <a:lnTo>
                  <a:pt x="36518" y="78990"/>
                </a:lnTo>
                <a:lnTo>
                  <a:pt x="38543" y="79097"/>
                </a:lnTo>
                <a:lnTo>
                  <a:pt x="40591" y="79097"/>
                </a:lnTo>
                <a:lnTo>
                  <a:pt x="42603" y="78990"/>
                </a:lnTo>
                <a:lnTo>
                  <a:pt x="44603" y="78787"/>
                </a:lnTo>
                <a:lnTo>
                  <a:pt x="46568" y="78490"/>
                </a:lnTo>
                <a:lnTo>
                  <a:pt x="48497" y="78085"/>
                </a:lnTo>
                <a:lnTo>
                  <a:pt x="50390" y="77609"/>
                </a:lnTo>
                <a:lnTo>
                  <a:pt x="52259" y="77025"/>
                </a:lnTo>
                <a:lnTo>
                  <a:pt x="54069" y="76358"/>
                </a:lnTo>
                <a:lnTo>
                  <a:pt x="55843" y="75608"/>
                </a:lnTo>
                <a:lnTo>
                  <a:pt x="57581" y="74775"/>
                </a:lnTo>
                <a:lnTo>
                  <a:pt x="59260" y="73858"/>
                </a:lnTo>
                <a:lnTo>
                  <a:pt x="60892" y="72870"/>
                </a:lnTo>
                <a:lnTo>
                  <a:pt x="62463" y="71810"/>
                </a:lnTo>
                <a:lnTo>
                  <a:pt x="63987" y="70667"/>
                </a:lnTo>
                <a:lnTo>
                  <a:pt x="65452" y="69452"/>
                </a:lnTo>
                <a:lnTo>
                  <a:pt x="66857" y="68178"/>
                </a:lnTo>
                <a:lnTo>
                  <a:pt x="68202" y="66833"/>
                </a:lnTo>
                <a:lnTo>
                  <a:pt x="69476" y="65428"/>
                </a:lnTo>
                <a:lnTo>
                  <a:pt x="70691" y="63963"/>
                </a:lnTo>
                <a:lnTo>
                  <a:pt x="71834" y="62439"/>
                </a:lnTo>
                <a:lnTo>
                  <a:pt x="72894" y="60868"/>
                </a:lnTo>
                <a:lnTo>
                  <a:pt x="73882" y="59236"/>
                </a:lnTo>
                <a:lnTo>
                  <a:pt x="74799" y="57558"/>
                </a:lnTo>
                <a:lnTo>
                  <a:pt x="75632" y="55819"/>
                </a:lnTo>
                <a:lnTo>
                  <a:pt x="76382" y="54045"/>
                </a:lnTo>
                <a:lnTo>
                  <a:pt x="77049" y="52235"/>
                </a:lnTo>
                <a:lnTo>
                  <a:pt x="77632" y="50366"/>
                </a:lnTo>
                <a:lnTo>
                  <a:pt x="78109" y="48473"/>
                </a:lnTo>
                <a:lnTo>
                  <a:pt x="78514" y="46544"/>
                </a:lnTo>
                <a:lnTo>
                  <a:pt x="78811" y="44579"/>
                </a:lnTo>
                <a:lnTo>
                  <a:pt x="79014" y="42579"/>
                </a:lnTo>
                <a:lnTo>
                  <a:pt x="79121" y="40567"/>
                </a:lnTo>
                <a:lnTo>
                  <a:pt x="79121" y="39543"/>
                </a:lnTo>
                <a:lnTo>
                  <a:pt x="79121" y="38519"/>
                </a:lnTo>
                <a:lnTo>
                  <a:pt x="79014" y="36495"/>
                </a:lnTo>
                <a:lnTo>
                  <a:pt x="78811" y="34506"/>
                </a:lnTo>
                <a:lnTo>
                  <a:pt x="78514" y="32542"/>
                </a:lnTo>
                <a:lnTo>
                  <a:pt x="78109" y="30613"/>
                </a:lnTo>
                <a:lnTo>
                  <a:pt x="77632" y="28720"/>
                </a:lnTo>
                <a:lnTo>
                  <a:pt x="77049" y="26862"/>
                </a:lnTo>
                <a:lnTo>
                  <a:pt x="76382" y="25040"/>
                </a:lnTo>
                <a:lnTo>
                  <a:pt x="75632" y="23266"/>
                </a:lnTo>
                <a:lnTo>
                  <a:pt x="74799" y="21540"/>
                </a:lnTo>
                <a:lnTo>
                  <a:pt x="73882" y="19861"/>
                </a:lnTo>
                <a:lnTo>
                  <a:pt x="72894" y="18230"/>
                </a:lnTo>
                <a:lnTo>
                  <a:pt x="71834" y="16646"/>
                </a:lnTo>
                <a:lnTo>
                  <a:pt x="70691" y="15122"/>
                </a:lnTo>
                <a:lnTo>
                  <a:pt x="69476" y="13658"/>
                </a:lnTo>
                <a:lnTo>
                  <a:pt x="68202" y="12253"/>
                </a:lnTo>
                <a:lnTo>
                  <a:pt x="66857" y="10919"/>
                </a:lnTo>
                <a:lnTo>
                  <a:pt x="65452" y="9633"/>
                </a:lnTo>
                <a:lnTo>
                  <a:pt x="63987" y="8430"/>
                </a:lnTo>
                <a:lnTo>
                  <a:pt x="62463" y="7287"/>
                </a:lnTo>
                <a:lnTo>
                  <a:pt x="60892" y="6228"/>
                </a:lnTo>
                <a:lnTo>
                  <a:pt x="59260" y="5228"/>
                </a:lnTo>
                <a:lnTo>
                  <a:pt x="57581" y="4323"/>
                </a:lnTo>
                <a:lnTo>
                  <a:pt x="55843" y="3489"/>
                </a:lnTo>
                <a:lnTo>
                  <a:pt x="54069" y="2739"/>
                </a:lnTo>
                <a:lnTo>
                  <a:pt x="52259" y="2072"/>
                </a:lnTo>
                <a:lnTo>
                  <a:pt x="50390" y="1489"/>
                </a:lnTo>
                <a:lnTo>
                  <a:pt x="48497" y="1001"/>
                </a:lnTo>
                <a:lnTo>
                  <a:pt x="46568" y="608"/>
                </a:lnTo>
                <a:lnTo>
                  <a:pt x="44603" y="310"/>
                </a:lnTo>
                <a:lnTo>
                  <a:pt x="42603" y="108"/>
                </a:lnTo>
                <a:lnTo>
                  <a:pt x="4059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1"/>
          <p:cNvSpPr/>
          <p:nvPr/>
        </p:nvSpPr>
        <p:spPr>
          <a:xfrm>
            <a:off x="2531938" y="3987666"/>
            <a:ext cx="2526365" cy="2526365"/>
          </a:xfrm>
          <a:custGeom>
            <a:rect b="b" l="l" r="r" t="t"/>
            <a:pathLst>
              <a:path extrusionOk="0" h="79122" w="79122">
                <a:moveTo>
                  <a:pt x="38543" y="1"/>
                </a:moveTo>
                <a:lnTo>
                  <a:pt x="36519" y="108"/>
                </a:lnTo>
                <a:lnTo>
                  <a:pt x="34518" y="310"/>
                </a:lnTo>
                <a:lnTo>
                  <a:pt x="32554" y="608"/>
                </a:lnTo>
                <a:lnTo>
                  <a:pt x="30625" y="1001"/>
                </a:lnTo>
                <a:lnTo>
                  <a:pt x="28732" y="1489"/>
                </a:lnTo>
                <a:lnTo>
                  <a:pt x="26874" y="2073"/>
                </a:lnTo>
                <a:lnTo>
                  <a:pt x="25053" y="2739"/>
                </a:lnTo>
                <a:lnTo>
                  <a:pt x="23278" y="3490"/>
                </a:lnTo>
                <a:lnTo>
                  <a:pt x="21552" y="4323"/>
                </a:lnTo>
                <a:lnTo>
                  <a:pt x="19873" y="5228"/>
                </a:lnTo>
                <a:lnTo>
                  <a:pt x="18242" y="6228"/>
                </a:lnTo>
                <a:lnTo>
                  <a:pt x="16658" y="7288"/>
                </a:lnTo>
                <a:lnTo>
                  <a:pt x="15134" y="8431"/>
                </a:lnTo>
                <a:lnTo>
                  <a:pt x="13670" y="9633"/>
                </a:lnTo>
                <a:lnTo>
                  <a:pt x="12265" y="10919"/>
                </a:lnTo>
                <a:lnTo>
                  <a:pt x="10919" y="12253"/>
                </a:lnTo>
                <a:lnTo>
                  <a:pt x="9645" y="13658"/>
                </a:lnTo>
                <a:lnTo>
                  <a:pt x="8443" y="15134"/>
                </a:lnTo>
                <a:lnTo>
                  <a:pt x="7300" y="16647"/>
                </a:lnTo>
                <a:lnTo>
                  <a:pt x="6228" y="18230"/>
                </a:lnTo>
                <a:lnTo>
                  <a:pt x="5240" y="19861"/>
                </a:lnTo>
                <a:lnTo>
                  <a:pt x="4323" y="21540"/>
                </a:lnTo>
                <a:lnTo>
                  <a:pt x="3489" y="23267"/>
                </a:lnTo>
                <a:lnTo>
                  <a:pt x="2739" y="25053"/>
                </a:lnTo>
                <a:lnTo>
                  <a:pt x="2084" y="26862"/>
                </a:lnTo>
                <a:lnTo>
                  <a:pt x="1501" y="28720"/>
                </a:lnTo>
                <a:lnTo>
                  <a:pt x="1013" y="30625"/>
                </a:lnTo>
                <a:lnTo>
                  <a:pt x="620" y="32554"/>
                </a:lnTo>
                <a:lnTo>
                  <a:pt x="322" y="34519"/>
                </a:lnTo>
                <a:lnTo>
                  <a:pt x="120" y="36507"/>
                </a:lnTo>
                <a:lnTo>
                  <a:pt x="13" y="38531"/>
                </a:lnTo>
                <a:lnTo>
                  <a:pt x="1" y="39555"/>
                </a:lnTo>
                <a:lnTo>
                  <a:pt x="13" y="40579"/>
                </a:lnTo>
                <a:lnTo>
                  <a:pt x="120" y="42603"/>
                </a:lnTo>
                <a:lnTo>
                  <a:pt x="322" y="44592"/>
                </a:lnTo>
                <a:lnTo>
                  <a:pt x="620" y="46556"/>
                </a:lnTo>
                <a:lnTo>
                  <a:pt x="1013" y="48485"/>
                </a:lnTo>
                <a:lnTo>
                  <a:pt x="1501" y="50390"/>
                </a:lnTo>
                <a:lnTo>
                  <a:pt x="2084" y="52248"/>
                </a:lnTo>
                <a:lnTo>
                  <a:pt x="2739" y="54057"/>
                </a:lnTo>
                <a:lnTo>
                  <a:pt x="3489" y="55843"/>
                </a:lnTo>
                <a:lnTo>
                  <a:pt x="4323" y="57570"/>
                </a:lnTo>
                <a:lnTo>
                  <a:pt x="5240" y="59249"/>
                </a:lnTo>
                <a:lnTo>
                  <a:pt x="6228" y="60880"/>
                </a:lnTo>
                <a:lnTo>
                  <a:pt x="7300" y="62464"/>
                </a:lnTo>
                <a:lnTo>
                  <a:pt x="8443" y="63976"/>
                </a:lnTo>
                <a:lnTo>
                  <a:pt x="9645" y="65452"/>
                </a:lnTo>
                <a:lnTo>
                  <a:pt x="10919" y="66857"/>
                </a:lnTo>
                <a:lnTo>
                  <a:pt x="12265" y="68191"/>
                </a:lnTo>
                <a:lnTo>
                  <a:pt x="13670" y="69477"/>
                </a:lnTo>
                <a:lnTo>
                  <a:pt x="15134" y="70679"/>
                </a:lnTo>
                <a:lnTo>
                  <a:pt x="16658" y="71822"/>
                </a:lnTo>
                <a:lnTo>
                  <a:pt x="18242" y="72882"/>
                </a:lnTo>
                <a:lnTo>
                  <a:pt x="19873" y="73882"/>
                </a:lnTo>
                <a:lnTo>
                  <a:pt x="21552" y="74787"/>
                </a:lnTo>
                <a:lnTo>
                  <a:pt x="23278" y="75621"/>
                </a:lnTo>
                <a:lnTo>
                  <a:pt x="25053" y="76371"/>
                </a:lnTo>
                <a:lnTo>
                  <a:pt x="26874" y="77037"/>
                </a:lnTo>
                <a:lnTo>
                  <a:pt x="28732" y="77621"/>
                </a:lnTo>
                <a:lnTo>
                  <a:pt x="30625" y="78109"/>
                </a:lnTo>
                <a:lnTo>
                  <a:pt x="32554" y="78502"/>
                </a:lnTo>
                <a:lnTo>
                  <a:pt x="34518" y="78800"/>
                </a:lnTo>
                <a:lnTo>
                  <a:pt x="36519" y="79002"/>
                </a:lnTo>
                <a:lnTo>
                  <a:pt x="38543" y="79109"/>
                </a:lnTo>
                <a:lnTo>
                  <a:pt x="39567" y="79121"/>
                </a:lnTo>
                <a:lnTo>
                  <a:pt x="40591" y="79109"/>
                </a:lnTo>
                <a:lnTo>
                  <a:pt x="42603" y="79002"/>
                </a:lnTo>
                <a:lnTo>
                  <a:pt x="44603" y="78800"/>
                </a:lnTo>
                <a:lnTo>
                  <a:pt x="46568" y="78502"/>
                </a:lnTo>
                <a:lnTo>
                  <a:pt x="48497" y="78109"/>
                </a:lnTo>
                <a:lnTo>
                  <a:pt x="50390" y="77621"/>
                </a:lnTo>
                <a:lnTo>
                  <a:pt x="52259" y="77037"/>
                </a:lnTo>
                <a:lnTo>
                  <a:pt x="54069" y="76371"/>
                </a:lnTo>
                <a:lnTo>
                  <a:pt x="55843" y="75621"/>
                </a:lnTo>
                <a:lnTo>
                  <a:pt x="57582" y="74787"/>
                </a:lnTo>
                <a:lnTo>
                  <a:pt x="59261" y="73882"/>
                </a:lnTo>
                <a:lnTo>
                  <a:pt x="60892" y="72882"/>
                </a:lnTo>
                <a:lnTo>
                  <a:pt x="62464" y="71822"/>
                </a:lnTo>
                <a:lnTo>
                  <a:pt x="63988" y="70679"/>
                </a:lnTo>
                <a:lnTo>
                  <a:pt x="65452" y="69477"/>
                </a:lnTo>
                <a:lnTo>
                  <a:pt x="66857" y="68191"/>
                </a:lnTo>
                <a:lnTo>
                  <a:pt x="68203" y="66857"/>
                </a:lnTo>
                <a:lnTo>
                  <a:pt x="69477" y="65452"/>
                </a:lnTo>
                <a:lnTo>
                  <a:pt x="70691" y="63976"/>
                </a:lnTo>
                <a:lnTo>
                  <a:pt x="71834" y="62464"/>
                </a:lnTo>
                <a:lnTo>
                  <a:pt x="72894" y="60880"/>
                </a:lnTo>
                <a:lnTo>
                  <a:pt x="73882" y="59249"/>
                </a:lnTo>
                <a:lnTo>
                  <a:pt x="74799" y="57570"/>
                </a:lnTo>
                <a:lnTo>
                  <a:pt x="75632" y="55843"/>
                </a:lnTo>
                <a:lnTo>
                  <a:pt x="76383" y="54057"/>
                </a:lnTo>
                <a:lnTo>
                  <a:pt x="77049" y="52248"/>
                </a:lnTo>
                <a:lnTo>
                  <a:pt x="77633" y="50390"/>
                </a:lnTo>
                <a:lnTo>
                  <a:pt x="78109" y="48485"/>
                </a:lnTo>
                <a:lnTo>
                  <a:pt x="78514" y="46556"/>
                </a:lnTo>
                <a:lnTo>
                  <a:pt x="78812" y="44592"/>
                </a:lnTo>
                <a:lnTo>
                  <a:pt x="79014" y="42603"/>
                </a:lnTo>
                <a:lnTo>
                  <a:pt x="79121" y="40579"/>
                </a:lnTo>
                <a:lnTo>
                  <a:pt x="79121" y="39555"/>
                </a:lnTo>
                <a:lnTo>
                  <a:pt x="79121" y="38531"/>
                </a:lnTo>
                <a:lnTo>
                  <a:pt x="79014" y="36507"/>
                </a:lnTo>
                <a:lnTo>
                  <a:pt x="78812" y="34519"/>
                </a:lnTo>
                <a:lnTo>
                  <a:pt x="78514" y="32554"/>
                </a:lnTo>
                <a:lnTo>
                  <a:pt x="78109" y="30625"/>
                </a:lnTo>
                <a:lnTo>
                  <a:pt x="77633" y="28720"/>
                </a:lnTo>
                <a:lnTo>
                  <a:pt x="77049" y="26862"/>
                </a:lnTo>
                <a:lnTo>
                  <a:pt x="76383" y="25053"/>
                </a:lnTo>
                <a:lnTo>
                  <a:pt x="75632" y="23267"/>
                </a:lnTo>
                <a:lnTo>
                  <a:pt x="74799" y="21540"/>
                </a:lnTo>
                <a:lnTo>
                  <a:pt x="73882" y="19861"/>
                </a:lnTo>
                <a:lnTo>
                  <a:pt x="72894" y="18230"/>
                </a:lnTo>
                <a:lnTo>
                  <a:pt x="71834" y="16647"/>
                </a:lnTo>
                <a:lnTo>
                  <a:pt x="70691" y="15134"/>
                </a:lnTo>
                <a:lnTo>
                  <a:pt x="69477" y="13658"/>
                </a:lnTo>
                <a:lnTo>
                  <a:pt x="68203" y="12253"/>
                </a:lnTo>
                <a:lnTo>
                  <a:pt x="66857" y="10919"/>
                </a:lnTo>
                <a:lnTo>
                  <a:pt x="65452" y="9633"/>
                </a:lnTo>
                <a:lnTo>
                  <a:pt x="63988" y="8431"/>
                </a:lnTo>
                <a:lnTo>
                  <a:pt x="62464" y="7288"/>
                </a:lnTo>
                <a:lnTo>
                  <a:pt x="60892" y="6228"/>
                </a:lnTo>
                <a:lnTo>
                  <a:pt x="59261" y="5228"/>
                </a:lnTo>
                <a:lnTo>
                  <a:pt x="57582" y="4323"/>
                </a:lnTo>
                <a:lnTo>
                  <a:pt x="55843" y="3490"/>
                </a:lnTo>
                <a:lnTo>
                  <a:pt x="54069" y="2739"/>
                </a:lnTo>
                <a:lnTo>
                  <a:pt x="52259" y="2073"/>
                </a:lnTo>
                <a:lnTo>
                  <a:pt x="50390" y="1489"/>
                </a:lnTo>
                <a:lnTo>
                  <a:pt x="48497" y="1001"/>
                </a:lnTo>
                <a:lnTo>
                  <a:pt x="46568" y="608"/>
                </a:lnTo>
                <a:lnTo>
                  <a:pt x="44603" y="310"/>
                </a:lnTo>
                <a:lnTo>
                  <a:pt x="42603" y="108"/>
                </a:lnTo>
                <a:lnTo>
                  <a:pt x="4059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1"/>
          <p:cNvSpPr/>
          <p:nvPr/>
        </p:nvSpPr>
        <p:spPr>
          <a:xfrm>
            <a:off x="4072493" y="3987666"/>
            <a:ext cx="2526365" cy="2526365"/>
          </a:xfrm>
          <a:custGeom>
            <a:rect b="b" l="l" r="r" t="t"/>
            <a:pathLst>
              <a:path extrusionOk="0" h="79122" w="79122">
                <a:moveTo>
                  <a:pt x="38531" y="1"/>
                </a:moveTo>
                <a:lnTo>
                  <a:pt x="36507" y="108"/>
                </a:lnTo>
                <a:lnTo>
                  <a:pt x="34519" y="310"/>
                </a:lnTo>
                <a:lnTo>
                  <a:pt x="32554" y="608"/>
                </a:lnTo>
                <a:lnTo>
                  <a:pt x="30625" y="1001"/>
                </a:lnTo>
                <a:lnTo>
                  <a:pt x="28720" y="1489"/>
                </a:lnTo>
                <a:lnTo>
                  <a:pt x="26863" y="2073"/>
                </a:lnTo>
                <a:lnTo>
                  <a:pt x="25053" y="2739"/>
                </a:lnTo>
                <a:lnTo>
                  <a:pt x="23267" y="3490"/>
                </a:lnTo>
                <a:lnTo>
                  <a:pt x="21540" y="4323"/>
                </a:lnTo>
                <a:lnTo>
                  <a:pt x="19861" y="5228"/>
                </a:lnTo>
                <a:lnTo>
                  <a:pt x="18230" y="6228"/>
                </a:lnTo>
                <a:lnTo>
                  <a:pt x="16647" y="7288"/>
                </a:lnTo>
                <a:lnTo>
                  <a:pt x="15134" y="8431"/>
                </a:lnTo>
                <a:lnTo>
                  <a:pt x="13658" y="9633"/>
                </a:lnTo>
                <a:lnTo>
                  <a:pt x="12253" y="10919"/>
                </a:lnTo>
                <a:lnTo>
                  <a:pt x="10919" y="12253"/>
                </a:lnTo>
                <a:lnTo>
                  <a:pt x="9633" y="13658"/>
                </a:lnTo>
                <a:lnTo>
                  <a:pt x="8431" y="15134"/>
                </a:lnTo>
                <a:lnTo>
                  <a:pt x="7288" y="16647"/>
                </a:lnTo>
                <a:lnTo>
                  <a:pt x="6228" y="18230"/>
                </a:lnTo>
                <a:lnTo>
                  <a:pt x="5228" y="19861"/>
                </a:lnTo>
                <a:lnTo>
                  <a:pt x="4323" y="21540"/>
                </a:lnTo>
                <a:lnTo>
                  <a:pt x="3490" y="23267"/>
                </a:lnTo>
                <a:lnTo>
                  <a:pt x="2739" y="25053"/>
                </a:lnTo>
                <a:lnTo>
                  <a:pt x="2073" y="26862"/>
                </a:lnTo>
                <a:lnTo>
                  <a:pt x="1489" y="28720"/>
                </a:lnTo>
                <a:lnTo>
                  <a:pt x="1001" y="30625"/>
                </a:lnTo>
                <a:lnTo>
                  <a:pt x="608" y="32554"/>
                </a:lnTo>
                <a:lnTo>
                  <a:pt x="310" y="34519"/>
                </a:lnTo>
                <a:lnTo>
                  <a:pt x="108" y="36507"/>
                </a:lnTo>
                <a:lnTo>
                  <a:pt x="1" y="38531"/>
                </a:lnTo>
                <a:lnTo>
                  <a:pt x="1" y="39555"/>
                </a:lnTo>
                <a:lnTo>
                  <a:pt x="1" y="40579"/>
                </a:lnTo>
                <a:lnTo>
                  <a:pt x="108" y="42603"/>
                </a:lnTo>
                <a:lnTo>
                  <a:pt x="310" y="44592"/>
                </a:lnTo>
                <a:lnTo>
                  <a:pt x="608" y="46556"/>
                </a:lnTo>
                <a:lnTo>
                  <a:pt x="1001" y="48485"/>
                </a:lnTo>
                <a:lnTo>
                  <a:pt x="1489" y="50390"/>
                </a:lnTo>
                <a:lnTo>
                  <a:pt x="2073" y="52248"/>
                </a:lnTo>
                <a:lnTo>
                  <a:pt x="2739" y="54057"/>
                </a:lnTo>
                <a:lnTo>
                  <a:pt x="3490" y="55843"/>
                </a:lnTo>
                <a:lnTo>
                  <a:pt x="4323" y="57570"/>
                </a:lnTo>
                <a:lnTo>
                  <a:pt x="5228" y="59249"/>
                </a:lnTo>
                <a:lnTo>
                  <a:pt x="6228" y="60880"/>
                </a:lnTo>
                <a:lnTo>
                  <a:pt x="7288" y="62464"/>
                </a:lnTo>
                <a:lnTo>
                  <a:pt x="8431" y="63976"/>
                </a:lnTo>
                <a:lnTo>
                  <a:pt x="9633" y="65452"/>
                </a:lnTo>
                <a:lnTo>
                  <a:pt x="10919" y="66857"/>
                </a:lnTo>
                <a:lnTo>
                  <a:pt x="12253" y="68191"/>
                </a:lnTo>
                <a:lnTo>
                  <a:pt x="13658" y="69477"/>
                </a:lnTo>
                <a:lnTo>
                  <a:pt x="15134" y="70679"/>
                </a:lnTo>
                <a:lnTo>
                  <a:pt x="16647" y="71822"/>
                </a:lnTo>
                <a:lnTo>
                  <a:pt x="18230" y="72882"/>
                </a:lnTo>
                <a:lnTo>
                  <a:pt x="19861" y="73882"/>
                </a:lnTo>
                <a:lnTo>
                  <a:pt x="21540" y="74787"/>
                </a:lnTo>
                <a:lnTo>
                  <a:pt x="23267" y="75621"/>
                </a:lnTo>
                <a:lnTo>
                  <a:pt x="25053" y="76371"/>
                </a:lnTo>
                <a:lnTo>
                  <a:pt x="26863" y="77037"/>
                </a:lnTo>
                <a:lnTo>
                  <a:pt x="28720" y="77621"/>
                </a:lnTo>
                <a:lnTo>
                  <a:pt x="30625" y="78109"/>
                </a:lnTo>
                <a:lnTo>
                  <a:pt x="32554" y="78502"/>
                </a:lnTo>
                <a:lnTo>
                  <a:pt x="34519" y="78800"/>
                </a:lnTo>
                <a:lnTo>
                  <a:pt x="36507" y="79002"/>
                </a:lnTo>
                <a:lnTo>
                  <a:pt x="38531" y="79109"/>
                </a:lnTo>
                <a:lnTo>
                  <a:pt x="39555" y="79121"/>
                </a:lnTo>
                <a:lnTo>
                  <a:pt x="40579" y="79109"/>
                </a:lnTo>
                <a:lnTo>
                  <a:pt x="42603" y="79002"/>
                </a:lnTo>
                <a:lnTo>
                  <a:pt x="44592" y="78800"/>
                </a:lnTo>
                <a:lnTo>
                  <a:pt x="46556" y="78502"/>
                </a:lnTo>
                <a:lnTo>
                  <a:pt x="48485" y="78109"/>
                </a:lnTo>
                <a:lnTo>
                  <a:pt x="50390" y="77621"/>
                </a:lnTo>
                <a:lnTo>
                  <a:pt x="52248" y="77037"/>
                </a:lnTo>
                <a:lnTo>
                  <a:pt x="54058" y="76371"/>
                </a:lnTo>
                <a:lnTo>
                  <a:pt x="55844" y="75621"/>
                </a:lnTo>
                <a:lnTo>
                  <a:pt x="57570" y="74787"/>
                </a:lnTo>
                <a:lnTo>
                  <a:pt x="59249" y="73882"/>
                </a:lnTo>
                <a:lnTo>
                  <a:pt x="60880" y="72882"/>
                </a:lnTo>
                <a:lnTo>
                  <a:pt x="62464" y="71822"/>
                </a:lnTo>
                <a:lnTo>
                  <a:pt x="63976" y="70679"/>
                </a:lnTo>
                <a:lnTo>
                  <a:pt x="65452" y="69477"/>
                </a:lnTo>
                <a:lnTo>
                  <a:pt x="66857" y="68191"/>
                </a:lnTo>
                <a:lnTo>
                  <a:pt x="68191" y="66857"/>
                </a:lnTo>
                <a:lnTo>
                  <a:pt x="69477" y="65452"/>
                </a:lnTo>
                <a:lnTo>
                  <a:pt x="70679" y="63976"/>
                </a:lnTo>
                <a:lnTo>
                  <a:pt x="71822" y="62464"/>
                </a:lnTo>
                <a:lnTo>
                  <a:pt x="72882" y="60880"/>
                </a:lnTo>
                <a:lnTo>
                  <a:pt x="73882" y="59249"/>
                </a:lnTo>
                <a:lnTo>
                  <a:pt x="74787" y="57570"/>
                </a:lnTo>
                <a:lnTo>
                  <a:pt x="75621" y="55843"/>
                </a:lnTo>
                <a:lnTo>
                  <a:pt x="76371" y="54057"/>
                </a:lnTo>
                <a:lnTo>
                  <a:pt x="77038" y="52248"/>
                </a:lnTo>
                <a:lnTo>
                  <a:pt x="77621" y="50390"/>
                </a:lnTo>
                <a:lnTo>
                  <a:pt x="78109" y="48485"/>
                </a:lnTo>
                <a:lnTo>
                  <a:pt x="78502" y="46556"/>
                </a:lnTo>
                <a:lnTo>
                  <a:pt x="78800" y="44592"/>
                </a:lnTo>
                <a:lnTo>
                  <a:pt x="79002" y="42603"/>
                </a:lnTo>
                <a:lnTo>
                  <a:pt x="79109" y="40579"/>
                </a:lnTo>
                <a:lnTo>
                  <a:pt x="79121" y="39555"/>
                </a:lnTo>
                <a:lnTo>
                  <a:pt x="79109" y="38531"/>
                </a:lnTo>
                <a:lnTo>
                  <a:pt x="79002" y="36507"/>
                </a:lnTo>
                <a:lnTo>
                  <a:pt x="78800" y="34519"/>
                </a:lnTo>
                <a:lnTo>
                  <a:pt x="78502" y="32554"/>
                </a:lnTo>
                <a:lnTo>
                  <a:pt x="78109" y="30625"/>
                </a:lnTo>
                <a:lnTo>
                  <a:pt x="77621" y="28720"/>
                </a:lnTo>
                <a:lnTo>
                  <a:pt x="77038" y="26862"/>
                </a:lnTo>
                <a:lnTo>
                  <a:pt x="76371" y="25053"/>
                </a:lnTo>
                <a:lnTo>
                  <a:pt x="75621" y="23267"/>
                </a:lnTo>
                <a:lnTo>
                  <a:pt x="74787" y="21540"/>
                </a:lnTo>
                <a:lnTo>
                  <a:pt x="73882" y="19861"/>
                </a:lnTo>
                <a:lnTo>
                  <a:pt x="72882" y="18230"/>
                </a:lnTo>
                <a:lnTo>
                  <a:pt x="71822" y="16647"/>
                </a:lnTo>
                <a:lnTo>
                  <a:pt x="70679" y="15134"/>
                </a:lnTo>
                <a:lnTo>
                  <a:pt x="69477" y="13658"/>
                </a:lnTo>
                <a:lnTo>
                  <a:pt x="68191" y="12253"/>
                </a:lnTo>
                <a:lnTo>
                  <a:pt x="66857" y="10919"/>
                </a:lnTo>
                <a:lnTo>
                  <a:pt x="65452" y="9633"/>
                </a:lnTo>
                <a:lnTo>
                  <a:pt x="63976" y="8431"/>
                </a:lnTo>
                <a:lnTo>
                  <a:pt x="62464" y="7288"/>
                </a:lnTo>
                <a:lnTo>
                  <a:pt x="60880" y="6228"/>
                </a:lnTo>
                <a:lnTo>
                  <a:pt x="59249" y="5228"/>
                </a:lnTo>
                <a:lnTo>
                  <a:pt x="57570" y="4323"/>
                </a:lnTo>
                <a:lnTo>
                  <a:pt x="55844" y="3490"/>
                </a:lnTo>
                <a:lnTo>
                  <a:pt x="54058" y="2739"/>
                </a:lnTo>
                <a:lnTo>
                  <a:pt x="52248" y="2073"/>
                </a:lnTo>
                <a:lnTo>
                  <a:pt x="50390" y="1489"/>
                </a:lnTo>
                <a:lnTo>
                  <a:pt x="48485" y="1001"/>
                </a:lnTo>
                <a:lnTo>
                  <a:pt x="46556" y="608"/>
                </a:lnTo>
                <a:lnTo>
                  <a:pt x="44592" y="310"/>
                </a:lnTo>
                <a:lnTo>
                  <a:pt x="42603" y="108"/>
                </a:lnTo>
                <a:lnTo>
                  <a:pt x="405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1"/>
          <p:cNvSpPr/>
          <p:nvPr/>
        </p:nvSpPr>
        <p:spPr>
          <a:xfrm>
            <a:off x="7089358" y="3993381"/>
            <a:ext cx="2526365" cy="2525567"/>
          </a:xfrm>
          <a:custGeom>
            <a:rect b="b" l="l" r="r" t="t"/>
            <a:pathLst>
              <a:path extrusionOk="0" h="79097" w="79122">
                <a:moveTo>
                  <a:pt x="38531" y="0"/>
                </a:moveTo>
                <a:lnTo>
                  <a:pt x="36507" y="108"/>
                </a:lnTo>
                <a:lnTo>
                  <a:pt x="34519" y="310"/>
                </a:lnTo>
                <a:lnTo>
                  <a:pt x="32554" y="608"/>
                </a:lnTo>
                <a:lnTo>
                  <a:pt x="30625" y="1001"/>
                </a:lnTo>
                <a:lnTo>
                  <a:pt x="28720" y="1489"/>
                </a:lnTo>
                <a:lnTo>
                  <a:pt x="26863" y="2072"/>
                </a:lnTo>
                <a:lnTo>
                  <a:pt x="25053" y="2727"/>
                </a:lnTo>
                <a:lnTo>
                  <a:pt x="23267" y="3477"/>
                </a:lnTo>
                <a:lnTo>
                  <a:pt x="21540" y="4311"/>
                </a:lnTo>
                <a:lnTo>
                  <a:pt x="19861" y="5228"/>
                </a:lnTo>
                <a:lnTo>
                  <a:pt x="18230" y="6216"/>
                </a:lnTo>
                <a:lnTo>
                  <a:pt x="16647" y="7287"/>
                </a:lnTo>
                <a:lnTo>
                  <a:pt x="15134" y="8419"/>
                </a:lnTo>
                <a:lnTo>
                  <a:pt x="13658" y="9633"/>
                </a:lnTo>
                <a:lnTo>
                  <a:pt x="12253" y="10907"/>
                </a:lnTo>
                <a:lnTo>
                  <a:pt x="10919" y="12253"/>
                </a:lnTo>
                <a:lnTo>
                  <a:pt x="9633" y="13658"/>
                </a:lnTo>
                <a:lnTo>
                  <a:pt x="8431" y="15122"/>
                </a:lnTo>
                <a:lnTo>
                  <a:pt x="7288" y="16646"/>
                </a:lnTo>
                <a:lnTo>
                  <a:pt x="6228" y="18218"/>
                </a:lnTo>
                <a:lnTo>
                  <a:pt x="5228" y="19849"/>
                </a:lnTo>
                <a:lnTo>
                  <a:pt x="4323" y="21528"/>
                </a:lnTo>
                <a:lnTo>
                  <a:pt x="3490" y="23254"/>
                </a:lnTo>
                <a:lnTo>
                  <a:pt x="2739" y="25028"/>
                </a:lnTo>
                <a:lnTo>
                  <a:pt x="2073" y="26850"/>
                </a:lnTo>
                <a:lnTo>
                  <a:pt x="1489" y="28708"/>
                </a:lnTo>
                <a:lnTo>
                  <a:pt x="1001" y="30601"/>
                </a:lnTo>
                <a:lnTo>
                  <a:pt x="608" y="32542"/>
                </a:lnTo>
                <a:lnTo>
                  <a:pt x="311" y="34494"/>
                </a:lnTo>
                <a:lnTo>
                  <a:pt x="108" y="36495"/>
                </a:lnTo>
                <a:lnTo>
                  <a:pt x="1" y="38519"/>
                </a:lnTo>
                <a:lnTo>
                  <a:pt x="1" y="39543"/>
                </a:lnTo>
                <a:lnTo>
                  <a:pt x="1" y="40567"/>
                </a:lnTo>
                <a:lnTo>
                  <a:pt x="108" y="42579"/>
                </a:lnTo>
                <a:lnTo>
                  <a:pt x="311" y="44579"/>
                </a:lnTo>
                <a:lnTo>
                  <a:pt x="608" y="46544"/>
                </a:lnTo>
                <a:lnTo>
                  <a:pt x="1001" y="48473"/>
                </a:lnTo>
                <a:lnTo>
                  <a:pt x="1489" y="50366"/>
                </a:lnTo>
                <a:lnTo>
                  <a:pt x="2073" y="52235"/>
                </a:lnTo>
                <a:lnTo>
                  <a:pt x="2739" y="54045"/>
                </a:lnTo>
                <a:lnTo>
                  <a:pt x="3490" y="55819"/>
                </a:lnTo>
                <a:lnTo>
                  <a:pt x="4323" y="57558"/>
                </a:lnTo>
                <a:lnTo>
                  <a:pt x="5228" y="59236"/>
                </a:lnTo>
                <a:lnTo>
                  <a:pt x="6228" y="60868"/>
                </a:lnTo>
                <a:lnTo>
                  <a:pt x="7288" y="62439"/>
                </a:lnTo>
                <a:lnTo>
                  <a:pt x="8431" y="63963"/>
                </a:lnTo>
                <a:lnTo>
                  <a:pt x="9633" y="65428"/>
                </a:lnTo>
                <a:lnTo>
                  <a:pt x="10919" y="66833"/>
                </a:lnTo>
                <a:lnTo>
                  <a:pt x="12253" y="68178"/>
                </a:lnTo>
                <a:lnTo>
                  <a:pt x="13658" y="69452"/>
                </a:lnTo>
                <a:lnTo>
                  <a:pt x="15134" y="70667"/>
                </a:lnTo>
                <a:lnTo>
                  <a:pt x="16647" y="71810"/>
                </a:lnTo>
                <a:lnTo>
                  <a:pt x="18230" y="72870"/>
                </a:lnTo>
                <a:lnTo>
                  <a:pt x="19861" y="73858"/>
                </a:lnTo>
                <a:lnTo>
                  <a:pt x="21540" y="74775"/>
                </a:lnTo>
                <a:lnTo>
                  <a:pt x="23267" y="75608"/>
                </a:lnTo>
                <a:lnTo>
                  <a:pt x="25053" y="76358"/>
                </a:lnTo>
                <a:lnTo>
                  <a:pt x="26863" y="77025"/>
                </a:lnTo>
                <a:lnTo>
                  <a:pt x="28720" y="77609"/>
                </a:lnTo>
                <a:lnTo>
                  <a:pt x="30625" y="78085"/>
                </a:lnTo>
                <a:lnTo>
                  <a:pt x="32554" y="78490"/>
                </a:lnTo>
                <a:lnTo>
                  <a:pt x="34519" y="78787"/>
                </a:lnTo>
                <a:lnTo>
                  <a:pt x="36507" y="78990"/>
                </a:lnTo>
                <a:lnTo>
                  <a:pt x="38531" y="79097"/>
                </a:lnTo>
                <a:lnTo>
                  <a:pt x="40579" y="79097"/>
                </a:lnTo>
                <a:lnTo>
                  <a:pt x="42603" y="78990"/>
                </a:lnTo>
                <a:lnTo>
                  <a:pt x="44592" y="78787"/>
                </a:lnTo>
                <a:lnTo>
                  <a:pt x="46556" y="78490"/>
                </a:lnTo>
                <a:lnTo>
                  <a:pt x="48485" y="78085"/>
                </a:lnTo>
                <a:lnTo>
                  <a:pt x="50390" y="77609"/>
                </a:lnTo>
                <a:lnTo>
                  <a:pt x="52248" y="77025"/>
                </a:lnTo>
                <a:lnTo>
                  <a:pt x="54058" y="76358"/>
                </a:lnTo>
                <a:lnTo>
                  <a:pt x="55844" y="75608"/>
                </a:lnTo>
                <a:lnTo>
                  <a:pt x="57570" y="74775"/>
                </a:lnTo>
                <a:lnTo>
                  <a:pt x="59249" y="73858"/>
                </a:lnTo>
                <a:lnTo>
                  <a:pt x="60880" y="72870"/>
                </a:lnTo>
                <a:lnTo>
                  <a:pt x="62464" y="71810"/>
                </a:lnTo>
                <a:lnTo>
                  <a:pt x="63976" y="70667"/>
                </a:lnTo>
                <a:lnTo>
                  <a:pt x="65452" y="69452"/>
                </a:lnTo>
                <a:lnTo>
                  <a:pt x="66857" y="68178"/>
                </a:lnTo>
                <a:lnTo>
                  <a:pt x="68191" y="66833"/>
                </a:lnTo>
                <a:lnTo>
                  <a:pt x="69477" y="65428"/>
                </a:lnTo>
                <a:lnTo>
                  <a:pt x="70679" y="63963"/>
                </a:lnTo>
                <a:lnTo>
                  <a:pt x="71822" y="62439"/>
                </a:lnTo>
                <a:lnTo>
                  <a:pt x="72882" y="60868"/>
                </a:lnTo>
                <a:lnTo>
                  <a:pt x="73882" y="59236"/>
                </a:lnTo>
                <a:lnTo>
                  <a:pt x="74787" y="57558"/>
                </a:lnTo>
                <a:lnTo>
                  <a:pt x="75621" y="55819"/>
                </a:lnTo>
                <a:lnTo>
                  <a:pt x="76371" y="54045"/>
                </a:lnTo>
                <a:lnTo>
                  <a:pt x="77038" y="52235"/>
                </a:lnTo>
                <a:lnTo>
                  <a:pt x="77621" y="50366"/>
                </a:lnTo>
                <a:lnTo>
                  <a:pt x="78109" y="48473"/>
                </a:lnTo>
                <a:lnTo>
                  <a:pt x="78502" y="46544"/>
                </a:lnTo>
                <a:lnTo>
                  <a:pt x="78800" y="44579"/>
                </a:lnTo>
                <a:lnTo>
                  <a:pt x="79002" y="42579"/>
                </a:lnTo>
                <a:lnTo>
                  <a:pt x="79109" y="40567"/>
                </a:lnTo>
                <a:lnTo>
                  <a:pt x="79121" y="39543"/>
                </a:lnTo>
                <a:lnTo>
                  <a:pt x="79109" y="38519"/>
                </a:lnTo>
                <a:lnTo>
                  <a:pt x="79002" y="36495"/>
                </a:lnTo>
                <a:lnTo>
                  <a:pt x="78800" y="34506"/>
                </a:lnTo>
                <a:lnTo>
                  <a:pt x="78502" y="32542"/>
                </a:lnTo>
                <a:lnTo>
                  <a:pt x="78109" y="30613"/>
                </a:lnTo>
                <a:lnTo>
                  <a:pt x="77621" y="28720"/>
                </a:lnTo>
                <a:lnTo>
                  <a:pt x="77038" y="26862"/>
                </a:lnTo>
                <a:lnTo>
                  <a:pt x="76371" y="25040"/>
                </a:lnTo>
                <a:lnTo>
                  <a:pt x="75621" y="23266"/>
                </a:lnTo>
                <a:lnTo>
                  <a:pt x="74787" y="21540"/>
                </a:lnTo>
                <a:lnTo>
                  <a:pt x="73882" y="19861"/>
                </a:lnTo>
                <a:lnTo>
                  <a:pt x="72882" y="18230"/>
                </a:lnTo>
                <a:lnTo>
                  <a:pt x="71822" y="16646"/>
                </a:lnTo>
                <a:lnTo>
                  <a:pt x="70679" y="15122"/>
                </a:lnTo>
                <a:lnTo>
                  <a:pt x="69477" y="13658"/>
                </a:lnTo>
                <a:lnTo>
                  <a:pt x="68191" y="12253"/>
                </a:lnTo>
                <a:lnTo>
                  <a:pt x="66857" y="10919"/>
                </a:lnTo>
                <a:lnTo>
                  <a:pt x="65452" y="9633"/>
                </a:lnTo>
                <a:lnTo>
                  <a:pt x="63976" y="8430"/>
                </a:lnTo>
                <a:lnTo>
                  <a:pt x="62464" y="7287"/>
                </a:lnTo>
                <a:lnTo>
                  <a:pt x="60880" y="6228"/>
                </a:lnTo>
                <a:lnTo>
                  <a:pt x="59249" y="5228"/>
                </a:lnTo>
                <a:lnTo>
                  <a:pt x="57570" y="4323"/>
                </a:lnTo>
                <a:lnTo>
                  <a:pt x="55844" y="3489"/>
                </a:lnTo>
                <a:lnTo>
                  <a:pt x="54058" y="2739"/>
                </a:lnTo>
                <a:lnTo>
                  <a:pt x="52248" y="2072"/>
                </a:lnTo>
                <a:lnTo>
                  <a:pt x="50390" y="1489"/>
                </a:lnTo>
                <a:lnTo>
                  <a:pt x="48485" y="1001"/>
                </a:lnTo>
                <a:lnTo>
                  <a:pt x="46556" y="608"/>
                </a:lnTo>
                <a:lnTo>
                  <a:pt x="44592" y="310"/>
                </a:lnTo>
                <a:lnTo>
                  <a:pt x="42603" y="108"/>
                </a:lnTo>
                <a:lnTo>
                  <a:pt x="405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1"/>
          <p:cNvSpPr/>
          <p:nvPr/>
        </p:nvSpPr>
        <p:spPr>
          <a:xfrm>
            <a:off x="5612697" y="3987666"/>
            <a:ext cx="2526334" cy="2526365"/>
          </a:xfrm>
          <a:custGeom>
            <a:rect b="b" l="l" r="r" t="t"/>
            <a:pathLst>
              <a:path extrusionOk="0" h="79122" w="79121">
                <a:moveTo>
                  <a:pt x="38530" y="1"/>
                </a:moveTo>
                <a:lnTo>
                  <a:pt x="36518" y="108"/>
                </a:lnTo>
                <a:lnTo>
                  <a:pt x="34518" y="310"/>
                </a:lnTo>
                <a:lnTo>
                  <a:pt x="32553" y="608"/>
                </a:lnTo>
                <a:lnTo>
                  <a:pt x="30624" y="1001"/>
                </a:lnTo>
                <a:lnTo>
                  <a:pt x="28731" y="1489"/>
                </a:lnTo>
                <a:lnTo>
                  <a:pt x="26862" y="2073"/>
                </a:lnTo>
                <a:lnTo>
                  <a:pt x="25052" y="2739"/>
                </a:lnTo>
                <a:lnTo>
                  <a:pt x="23278" y="3490"/>
                </a:lnTo>
                <a:lnTo>
                  <a:pt x="21539" y="4323"/>
                </a:lnTo>
                <a:lnTo>
                  <a:pt x="19861" y="5228"/>
                </a:lnTo>
                <a:lnTo>
                  <a:pt x="18229" y="6228"/>
                </a:lnTo>
                <a:lnTo>
                  <a:pt x="16658" y="7288"/>
                </a:lnTo>
                <a:lnTo>
                  <a:pt x="15134" y="8431"/>
                </a:lnTo>
                <a:lnTo>
                  <a:pt x="13669" y="9633"/>
                </a:lnTo>
                <a:lnTo>
                  <a:pt x="12264" y="10919"/>
                </a:lnTo>
                <a:lnTo>
                  <a:pt x="10919" y="12253"/>
                </a:lnTo>
                <a:lnTo>
                  <a:pt x="9645" y="13658"/>
                </a:lnTo>
                <a:lnTo>
                  <a:pt x="8430" y="15134"/>
                </a:lnTo>
                <a:lnTo>
                  <a:pt x="7287" y="16647"/>
                </a:lnTo>
                <a:lnTo>
                  <a:pt x="6227" y="18230"/>
                </a:lnTo>
                <a:lnTo>
                  <a:pt x="5239" y="19861"/>
                </a:lnTo>
                <a:lnTo>
                  <a:pt x="4322" y="21540"/>
                </a:lnTo>
                <a:lnTo>
                  <a:pt x="3489" y="23267"/>
                </a:lnTo>
                <a:lnTo>
                  <a:pt x="2739" y="25053"/>
                </a:lnTo>
                <a:lnTo>
                  <a:pt x="2072" y="26862"/>
                </a:lnTo>
                <a:lnTo>
                  <a:pt x="1488" y="28720"/>
                </a:lnTo>
                <a:lnTo>
                  <a:pt x="1012" y="30625"/>
                </a:lnTo>
                <a:lnTo>
                  <a:pt x="607" y="32554"/>
                </a:lnTo>
                <a:lnTo>
                  <a:pt x="310" y="34519"/>
                </a:lnTo>
                <a:lnTo>
                  <a:pt x="107" y="36507"/>
                </a:lnTo>
                <a:lnTo>
                  <a:pt x="0" y="38531"/>
                </a:lnTo>
                <a:lnTo>
                  <a:pt x="0" y="39555"/>
                </a:lnTo>
                <a:lnTo>
                  <a:pt x="0" y="40579"/>
                </a:lnTo>
                <a:lnTo>
                  <a:pt x="107" y="42603"/>
                </a:lnTo>
                <a:lnTo>
                  <a:pt x="310" y="44592"/>
                </a:lnTo>
                <a:lnTo>
                  <a:pt x="607" y="46556"/>
                </a:lnTo>
                <a:lnTo>
                  <a:pt x="1012" y="48485"/>
                </a:lnTo>
                <a:lnTo>
                  <a:pt x="1488" y="50390"/>
                </a:lnTo>
                <a:lnTo>
                  <a:pt x="2072" y="52248"/>
                </a:lnTo>
                <a:lnTo>
                  <a:pt x="2739" y="54057"/>
                </a:lnTo>
                <a:lnTo>
                  <a:pt x="3489" y="55843"/>
                </a:lnTo>
                <a:lnTo>
                  <a:pt x="4322" y="57570"/>
                </a:lnTo>
                <a:lnTo>
                  <a:pt x="5239" y="59249"/>
                </a:lnTo>
                <a:lnTo>
                  <a:pt x="6227" y="60880"/>
                </a:lnTo>
                <a:lnTo>
                  <a:pt x="7287" y="62464"/>
                </a:lnTo>
                <a:lnTo>
                  <a:pt x="8430" y="63976"/>
                </a:lnTo>
                <a:lnTo>
                  <a:pt x="9645" y="65452"/>
                </a:lnTo>
                <a:lnTo>
                  <a:pt x="10919" y="66857"/>
                </a:lnTo>
                <a:lnTo>
                  <a:pt x="12264" y="68191"/>
                </a:lnTo>
                <a:lnTo>
                  <a:pt x="13669" y="69477"/>
                </a:lnTo>
                <a:lnTo>
                  <a:pt x="15134" y="70679"/>
                </a:lnTo>
                <a:lnTo>
                  <a:pt x="16658" y="71822"/>
                </a:lnTo>
                <a:lnTo>
                  <a:pt x="18229" y="72882"/>
                </a:lnTo>
                <a:lnTo>
                  <a:pt x="19861" y="73882"/>
                </a:lnTo>
                <a:lnTo>
                  <a:pt x="21539" y="74787"/>
                </a:lnTo>
                <a:lnTo>
                  <a:pt x="23278" y="75621"/>
                </a:lnTo>
                <a:lnTo>
                  <a:pt x="25052" y="76371"/>
                </a:lnTo>
                <a:lnTo>
                  <a:pt x="26862" y="77037"/>
                </a:lnTo>
                <a:lnTo>
                  <a:pt x="28731" y="77621"/>
                </a:lnTo>
                <a:lnTo>
                  <a:pt x="30624" y="78109"/>
                </a:lnTo>
                <a:lnTo>
                  <a:pt x="32553" y="78502"/>
                </a:lnTo>
                <a:lnTo>
                  <a:pt x="34518" y="78800"/>
                </a:lnTo>
                <a:lnTo>
                  <a:pt x="36518" y="79002"/>
                </a:lnTo>
                <a:lnTo>
                  <a:pt x="38530" y="79109"/>
                </a:lnTo>
                <a:lnTo>
                  <a:pt x="39554" y="79121"/>
                </a:lnTo>
                <a:lnTo>
                  <a:pt x="40578" y="79109"/>
                </a:lnTo>
                <a:lnTo>
                  <a:pt x="42602" y="79002"/>
                </a:lnTo>
                <a:lnTo>
                  <a:pt x="44603" y="78800"/>
                </a:lnTo>
                <a:lnTo>
                  <a:pt x="46567" y="78502"/>
                </a:lnTo>
                <a:lnTo>
                  <a:pt x="48496" y="78109"/>
                </a:lnTo>
                <a:lnTo>
                  <a:pt x="50389" y="77621"/>
                </a:lnTo>
                <a:lnTo>
                  <a:pt x="52247" y="77037"/>
                </a:lnTo>
                <a:lnTo>
                  <a:pt x="54069" y="76371"/>
                </a:lnTo>
                <a:lnTo>
                  <a:pt x="55843" y="75621"/>
                </a:lnTo>
                <a:lnTo>
                  <a:pt x="57569" y="74787"/>
                </a:lnTo>
                <a:lnTo>
                  <a:pt x="59248" y="73882"/>
                </a:lnTo>
                <a:lnTo>
                  <a:pt x="60879" y="72882"/>
                </a:lnTo>
                <a:lnTo>
                  <a:pt x="62463" y="71822"/>
                </a:lnTo>
                <a:lnTo>
                  <a:pt x="63987" y="70679"/>
                </a:lnTo>
                <a:lnTo>
                  <a:pt x="65452" y="69477"/>
                </a:lnTo>
                <a:lnTo>
                  <a:pt x="66857" y="68191"/>
                </a:lnTo>
                <a:lnTo>
                  <a:pt x="68202" y="66857"/>
                </a:lnTo>
                <a:lnTo>
                  <a:pt x="69476" y="65452"/>
                </a:lnTo>
                <a:lnTo>
                  <a:pt x="70679" y="63976"/>
                </a:lnTo>
                <a:lnTo>
                  <a:pt x="71822" y="62464"/>
                </a:lnTo>
                <a:lnTo>
                  <a:pt x="72893" y="60880"/>
                </a:lnTo>
                <a:lnTo>
                  <a:pt x="73881" y="59249"/>
                </a:lnTo>
                <a:lnTo>
                  <a:pt x="74798" y="57570"/>
                </a:lnTo>
                <a:lnTo>
                  <a:pt x="75632" y="55843"/>
                </a:lnTo>
                <a:lnTo>
                  <a:pt x="76382" y="54057"/>
                </a:lnTo>
                <a:lnTo>
                  <a:pt x="77037" y="52248"/>
                </a:lnTo>
                <a:lnTo>
                  <a:pt x="77620" y="50390"/>
                </a:lnTo>
                <a:lnTo>
                  <a:pt x="78108" y="48485"/>
                </a:lnTo>
                <a:lnTo>
                  <a:pt x="78501" y="46556"/>
                </a:lnTo>
                <a:lnTo>
                  <a:pt x="78799" y="44592"/>
                </a:lnTo>
                <a:lnTo>
                  <a:pt x="79001" y="42603"/>
                </a:lnTo>
                <a:lnTo>
                  <a:pt x="79109" y="40579"/>
                </a:lnTo>
                <a:lnTo>
                  <a:pt x="79120" y="39555"/>
                </a:lnTo>
                <a:lnTo>
                  <a:pt x="79109" y="38531"/>
                </a:lnTo>
                <a:lnTo>
                  <a:pt x="79001" y="36507"/>
                </a:lnTo>
                <a:lnTo>
                  <a:pt x="78799" y="34519"/>
                </a:lnTo>
                <a:lnTo>
                  <a:pt x="78501" y="32554"/>
                </a:lnTo>
                <a:lnTo>
                  <a:pt x="78108" y="30625"/>
                </a:lnTo>
                <a:lnTo>
                  <a:pt x="77620" y="28720"/>
                </a:lnTo>
                <a:lnTo>
                  <a:pt x="77037" y="26862"/>
                </a:lnTo>
                <a:lnTo>
                  <a:pt x="76382" y="25053"/>
                </a:lnTo>
                <a:lnTo>
                  <a:pt x="75632" y="23267"/>
                </a:lnTo>
                <a:lnTo>
                  <a:pt x="74798" y="21540"/>
                </a:lnTo>
                <a:lnTo>
                  <a:pt x="73881" y="19861"/>
                </a:lnTo>
                <a:lnTo>
                  <a:pt x="72893" y="18230"/>
                </a:lnTo>
                <a:lnTo>
                  <a:pt x="71822" y="16647"/>
                </a:lnTo>
                <a:lnTo>
                  <a:pt x="70679" y="15134"/>
                </a:lnTo>
                <a:lnTo>
                  <a:pt x="69476" y="13658"/>
                </a:lnTo>
                <a:lnTo>
                  <a:pt x="68202" y="12253"/>
                </a:lnTo>
                <a:lnTo>
                  <a:pt x="66857" y="10919"/>
                </a:lnTo>
                <a:lnTo>
                  <a:pt x="65452" y="9633"/>
                </a:lnTo>
                <a:lnTo>
                  <a:pt x="63987" y="8431"/>
                </a:lnTo>
                <a:lnTo>
                  <a:pt x="62463" y="7288"/>
                </a:lnTo>
                <a:lnTo>
                  <a:pt x="60879" y="6228"/>
                </a:lnTo>
                <a:lnTo>
                  <a:pt x="59248" y="5228"/>
                </a:lnTo>
                <a:lnTo>
                  <a:pt x="57569" y="4323"/>
                </a:lnTo>
                <a:lnTo>
                  <a:pt x="55843" y="3490"/>
                </a:lnTo>
                <a:lnTo>
                  <a:pt x="54069" y="2739"/>
                </a:lnTo>
                <a:lnTo>
                  <a:pt x="52247" y="2073"/>
                </a:lnTo>
                <a:lnTo>
                  <a:pt x="50389" y="1489"/>
                </a:lnTo>
                <a:lnTo>
                  <a:pt x="48496" y="1001"/>
                </a:lnTo>
                <a:lnTo>
                  <a:pt x="46567" y="608"/>
                </a:lnTo>
                <a:lnTo>
                  <a:pt x="44603" y="310"/>
                </a:lnTo>
                <a:lnTo>
                  <a:pt x="42602" y="108"/>
                </a:lnTo>
                <a:lnTo>
                  <a:pt x="4057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1"/>
          <p:cNvSpPr/>
          <p:nvPr/>
        </p:nvSpPr>
        <p:spPr>
          <a:xfrm>
            <a:off x="4680225" y="3415349"/>
            <a:ext cx="3592680" cy="1256341"/>
          </a:xfrm>
          <a:custGeom>
            <a:rect b="b" l="l" r="r" t="t"/>
            <a:pathLst>
              <a:path extrusionOk="0" h="14956" w="42770">
                <a:moveTo>
                  <a:pt x="14931" y="1"/>
                </a:moveTo>
                <a:lnTo>
                  <a:pt x="14157" y="12"/>
                </a:lnTo>
                <a:lnTo>
                  <a:pt x="12645" y="167"/>
                </a:lnTo>
                <a:lnTo>
                  <a:pt x="11193" y="465"/>
                </a:lnTo>
                <a:lnTo>
                  <a:pt x="9788" y="905"/>
                </a:lnTo>
                <a:lnTo>
                  <a:pt x="8442" y="1465"/>
                </a:lnTo>
                <a:lnTo>
                  <a:pt x="7180" y="2156"/>
                </a:lnTo>
                <a:lnTo>
                  <a:pt x="5989" y="2965"/>
                </a:lnTo>
                <a:lnTo>
                  <a:pt x="4882" y="3882"/>
                </a:lnTo>
                <a:lnTo>
                  <a:pt x="3870" y="4894"/>
                </a:lnTo>
                <a:lnTo>
                  <a:pt x="2953" y="6001"/>
                </a:lnTo>
                <a:lnTo>
                  <a:pt x="2143" y="7204"/>
                </a:lnTo>
                <a:lnTo>
                  <a:pt x="1453" y="8466"/>
                </a:lnTo>
                <a:lnTo>
                  <a:pt x="893" y="9812"/>
                </a:lnTo>
                <a:lnTo>
                  <a:pt x="453" y="11217"/>
                </a:lnTo>
                <a:lnTo>
                  <a:pt x="155" y="12681"/>
                </a:lnTo>
                <a:lnTo>
                  <a:pt x="12" y="14181"/>
                </a:lnTo>
                <a:lnTo>
                  <a:pt x="0" y="14955"/>
                </a:lnTo>
                <a:lnTo>
                  <a:pt x="42769" y="14955"/>
                </a:lnTo>
                <a:lnTo>
                  <a:pt x="42769" y="14443"/>
                </a:lnTo>
                <a:lnTo>
                  <a:pt x="42662" y="13431"/>
                </a:lnTo>
                <a:lnTo>
                  <a:pt x="42460" y="12455"/>
                </a:lnTo>
                <a:lnTo>
                  <a:pt x="42174" y="11514"/>
                </a:lnTo>
                <a:lnTo>
                  <a:pt x="41793" y="10621"/>
                </a:lnTo>
                <a:lnTo>
                  <a:pt x="41329" y="9776"/>
                </a:lnTo>
                <a:lnTo>
                  <a:pt x="40793" y="8978"/>
                </a:lnTo>
                <a:lnTo>
                  <a:pt x="40174" y="8228"/>
                </a:lnTo>
                <a:lnTo>
                  <a:pt x="39495" y="7549"/>
                </a:lnTo>
                <a:lnTo>
                  <a:pt x="38757" y="6942"/>
                </a:lnTo>
                <a:lnTo>
                  <a:pt x="37959" y="6406"/>
                </a:lnTo>
                <a:lnTo>
                  <a:pt x="37114" y="5942"/>
                </a:lnTo>
                <a:lnTo>
                  <a:pt x="36209" y="5561"/>
                </a:lnTo>
                <a:lnTo>
                  <a:pt x="35268" y="5263"/>
                </a:lnTo>
                <a:lnTo>
                  <a:pt x="34292" y="5073"/>
                </a:lnTo>
                <a:lnTo>
                  <a:pt x="33292" y="4966"/>
                </a:lnTo>
                <a:lnTo>
                  <a:pt x="32768" y="4954"/>
                </a:lnTo>
                <a:lnTo>
                  <a:pt x="32017" y="4978"/>
                </a:lnTo>
                <a:lnTo>
                  <a:pt x="30565" y="5192"/>
                </a:lnTo>
                <a:lnTo>
                  <a:pt x="29184" y="5609"/>
                </a:lnTo>
                <a:lnTo>
                  <a:pt x="27910" y="6204"/>
                </a:lnTo>
                <a:lnTo>
                  <a:pt x="27314" y="6573"/>
                </a:lnTo>
                <a:lnTo>
                  <a:pt x="26790" y="5847"/>
                </a:lnTo>
                <a:lnTo>
                  <a:pt x="25612" y="4489"/>
                </a:lnTo>
                <a:lnTo>
                  <a:pt x="24290" y="3287"/>
                </a:lnTo>
                <a:lnTo>
                  <a:pt x="22825" y="2251"/>
                </a:lnTo>
                <a:lnTo>
                  <a:pt x="21230" y="1382"/>
                </a:lnTo>
                <a:lnTo>
                  <a:pt x="19968" y="870"/>
                </a:lnTo>
                <a:lnTo>
                  <a:pt x="19099" y="584"/>
                </a:lnTo>
                <a:lnTo>
                  <a:pt x="18206" y="358"/>
                </a:lnTo>
                <a:lnTo>
                  <a:pt x="17289" y="179"/>
                </a:lnTo>
                <a:lnTo>
                  <a:pt x="16360" y="60"/>
                </a:lnTo>
                <a:lnTo>
                  <a:pt x="15408" y="1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1"/>
          <p:cNvSpPr/>
          <p:nvPr/>
        </p:nvSpPr>
        <p:spPr>
          <a:xfrm>
            <a:off x="-1304673" y="2168121"/>
            <a:ext cx="8970994" cy="3134517"/>
          </a:xfrm>
          <a:custGeom>
            <a:rect b="b" l="l" r="r" t="t"/>
            <a:pathLst>
              <a:path extrusionOk="0" h="20993" w="60082">
                <a:moveTo>
                  <a:pt x="39090" y="1"/>
                </a:moveTo>
                <a:lnTo>
                  <a:pt x="38412" y="13"/>
                </a:lnTo>
                <a:lnTo>
                  <a:pt x="37078" y="96"/>
                </a:lnTo>
                <a:lnTo>
                  <a:pt x="35768" y="263"/>
                </a:lnTo>
                <a:lnTo>
                  <a:pt x="34482" y="513"/>
                </a:lnTo>
                <a:lnTo>
                  <a:pt x="33232" y="834"/>
                </a:lnTo>
                <a:lnTo>
                  <a:pt x="32006" y="1227"/>
                </a:lnTo>
                <a:lnTo>
                  <a:pt x="30815" y="1692"/>
                </a:lnTo>
                <a:lnTo>
                  <a:pt x="29660" y="2239"/>
                </a:lnTo>
                <a:lnTo>
                  <a:pt x="28553" y="2835"/>
                </a:lnTo>
                <a:lnTo>
                  <a:pt x="27481" y="3502"/>
                </a:lnTo>
                <a:lnTo>
                  <a:pt x="26445" y="4240"/>
                </a:lnTo>
                <a:lnTo>
                  <a:pt x="25469" y="5026"/>
                </a:lnTo>
                <a:lnTo>
                  <a:pt x="24540" y="5871"/>
                </a:lnTo>
                <a:lnTo>
                  <a:pt x="23659" y="6764"/>
                </a:lnTo>
                <a:lnTo>
                  <a:pt x="22838" y="7717"/>
                </a:lnTo>
                <a:lnTo>
                  <a:pt x="22064" y="8717"/>
                </a:lnTo>
                <a:lnTo>
                  <a:pt x="21706" y="9229"/>
                </a:lnTo>
                <a:lnTo>
                  <a:pt x="21290" y="8967"/>
                </a:lnTo>
                <a:lnTo>
                  <a:pt x="20421" y="8479"/>
                </a:lnTo>
                <a:lnTo>
                  <a:pt x="19527" y="8062"/>
                </a:lnTo>
                <a:lnTo>
                  <a:pt x="18587" y="7705"/>
                </a:lnTo>
                <a:lnTo>
                  <a:pt x="17622" y="7407"/>
                </a:lnTo>
                <a:lnTo>
                  <a:pt x="16634" y="7193"/>
                </a:lnTo>
                <a:lnTo>
                  <a:pt x="15610" y="7038"/>
                </a:lnTo>
                <a:lnTo>
                  <a:pt x="14574" y="6966"/>
                </a:lnTo>
                <a:lnTo>
                  <a:pt x="14038" y="6955"/>
                </a:lnTo>
                <a:lnTo>
                  <a:pt x="13312" y="6966"/>
                </a:lnTo>
                <a:lnTo>
                  <a:pt x="11907" y="7109"/>
                </a:lnTo>
                <a:lnTo>
                  <a:pt x="10526" y="7395"/>
                </a:lnTo>
                <a:lnTo>
                  <a:pt x="9216" y="7800"/>
                </a:lnTo>
                <a:lnTo>
                  <a:pt x="7954" y="8336"/>
                </a:lnTo>
                <a:lnTo>
                  <a:pt x="6763" y="8979"/>
                </a:lnTo>
                <a:lnTo>
                  <a:pt x="5644" y="9741"/>
                </a:lnTo>
                <a:lnTo>
                  <a:pt x="4596" y="10598"/>
                </a:lnTo>
                <a:lnTo>
                  <a:pt x="3644" y="11551"/>
                </a:lnTo>
                <a:lnTo>
                  <a:pt x="2787" y="12586"/>
                </a:lnTo>
                <a:lnTo>
                  <a:pt x="2036" y="13706"/>
                </a:lnTo>
                <a:lnTo>
                  <a:pt x="1382" y="14896"/>
                </a:lnTo>
                <a:lnTo>
                  <a:pt x="858" y="16158"/>
                </a:lnTo>
                <a:lnTo>
                  <a:pt x="441" y="17480"/>
                </a:lnTo>
                <a:lnTo>
                  <a:pt x="167" y="18849"/>
                </a:lnTo>
                <a:lnTo>
                  <a:pt x="24" y="20266"/>
                </a:lnTo>
                <a:lnTo>
                  <a:pt x="0" y="20993"/>
                </a:lnTo>
                <a:lnTo>
                  <a:pt x="60082" y="20993"/>
                </a:lnTo>
                <a:lnTo>
                  <a:pt x="60058" y="19909"/>
                </a:lnTo>
                <a:lnTo>
                  <a:pt x="59844" y="17790"/>
                </a:lnTo>
                <a:lnTo>
                  <a:pt x="59427" y="15742"/>
                </a:lnTo>
                <a:lnTo>
                  <a:pt x="58808" y="13765"/>
                </a:lnTo>
                <a:lnTo>
                  <a:pt x="58010" y="11884"/>
                </a:lnTo>
                <a:lnTo>
                  <a:pt x="57046" y="10098"/>
                </a:lnTo>
                <a:lnTo>
                  <a:pt x="55915" y="8431"/>
                </a:lnTo>
                <a:lnTo>
                  <a:pt x="54629" y="6871"/>
                </a:lnTo>
                <a:lnTo>
                  <a:pt x="53200" y="5442"/>
                </a:lnTo>
                <a:lnTo>
                  <a:pt x="51652" y="4168"/>
                </a:lnTo>
                <a:lnTo>
                  <a:pt x="49973" y="3037"/>
                </a:lnTo>
                <a:lnTo>
                  <a:pt x="48187" y="2061"/>
                </a:lnTo>
                <a:lnTo>
                  <a:pt x="46306" y="1275"/>
                </a:lnTo>
                <a:lnTo>
                  <a:pt x="44329" y="656"/>
                </a:lnTo>
                <a:lnTo>
                  <a:pt x="42281" y="239"/>
                </a:lnTo>
                <a:lnTo>
                  <a:pt x="40174" y="25"/>
                </a:lnTo>
                <a:lnTo>
                  <a:pt x="39090" y="1"/>
                </a:lnTo>
                <a:close/>
              </a:path>
            </a:pathLst>
          </a:cu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1"/>
          <p:cNvSpPr/>
          <p:nvPr/>
        </p:nvSpPr>
        <p:spPr>
          <a:xfrm>
            <a:off x="6009706" y="2356559"/>
            <a:ext cx="1442242" cy="2051293"/>
          </a:xfrm>
          <a:custGeom>
            <a:rect b="b" l="l" r="r" t="t"/>
            <a:pathLst>
              <a:path extrusionOk="0" h="43508" w="30590">
                <a:moveTo>
                  <a:pt x="24159" y="0"/>
                </a:moveTo>
                <a:lnTo>
                  <a:pt x="23576" y="976"/>
                </a:lnTo>
                <a:lnTo>
                  <a:pt x="22481" y="2989"/>
                </a:lnTo>
                <a:lnTo>
                  <a:pt x="21480" y="5060"/>
                </a:lnTo>
                <a:lnTo>
                  <a:pt x="20575" y="7168"/>
                </a:lnTo>
                <a:lnTo>
                  <a:pt x="20171" y="8240"/>
                </a:lnTo>
                <a:lnTo>
                  <a:pt x="19861" y="9085"/>
                </a:lnTo>
                <a:lnTo>
                  <a:pt x="19313" y="10776"/>
                </a:lnTo>
                <a:lnTo>
                  <a:pt x="18813" y="12502"/>
                </a:lnTo>
                <a:lnTo>
                  <a:pt x="18385" y="14229"/>
                </a:lnTo>
                <a:lnTo>
                  <a:pt x="18194" y="15110"/>
                </a:lnTo>
                <a:lnTo>
                  <a:pt x="17956" y="15062"/>
                </a:lnTo>
                <a:lnTo>
                  <a:pt x="17480" y="15086"/>
                </a:lnTo>
                <a:lnTo>
                  <a:pt x="17027" y="15205"/>
                </a:lnTo>
                <a:lnTo>
                  <a:pt x="16611" y="15407"/>
                </a:lnTo>
                <a:lnTo>
                  <a:pt x="16265" y="15693"/>
                </a:lnTo>
                <a:lnTo>
                  <a:pt x="15979" y="16050"/>
                </a:lnTo>
                <a:lnTo>
                  <a:pt x="15765" y="16467"/>
                </a:lnTo>
                <a:lnTo>
                  <a:pt x="15658" y="16931"/>
                </a:lnTo>
                <a:lnTo>
                  <a:pt x="15646" y="17182"/>
                </a:lnTo>
                <a:lnTo>
                  <a:pt x="14777" y="17241"/>
                </a:lnTo>
                <a:lnTo>
                  <a:pt x="13039" y="17420"/>
                </a:lnTo>
                <a:lnTo>
                  <a:pt x="11312" y="17658"/>
                </a:lnTo>
                <a:lnTo>
                  <a:pt x="9586" y="17955"/>
                </a:lnTo>
                <a:lnTo>
                  <a:pt x="8728" y="18134"/>
                </a:lnTo>
                <a:lnTo>
                  <a:pt x="7609" y="18384"/>
                </a:lnTo>
                <a:lnTo>
                  <a:pt x="5394" y="18968"/>
                </a:lnTo>
                <a:lnTo>
                  <a:pt x="3215" y="19658"/>
                </a:lnTo>
                <a:lnTo>
                  <a:pt x="1060" y="20456"/>
                </a:lnTo>
                <a:lnTo>
                  <a:pt x="1" y="20896"/>
                </a:lnTo>
                <a:lnTo>
                  <a:pt x="1144" y="20873"/>
                </a:lnTo>
                <a:lnTo>
                  <a:pt x="3430" y="20718"/>
                </a:lnTo>
                <a:lnTo>
                  <a:pt x="5716" y="20456"/>
                </a:lnTo>
                <a:lnTo>
                  <a:pt x="7978" y="20087"/>
                </a:lnTo>
                <a:lnTo>
                  <a:pt x="9097" y="19861"/>
                </a:lnTo>
                <a:lnTo>
                  <a:pt x="9943" y="19670"/>
                </a:lnTo>
                <a:lnTo>
                  <a:pt x="11634" y="19241"/>
                </a:lnTo>
                <a:lnTo>
                  <a:pt x="13300" y="18753"/>
                </a:lnTo>
                <a:lnTo>
                  <a:pt x="14944" y="18205"/>
                </a:lnTo>
                <a:lnTo>
                  <a:pt x="15765" y="17920"/>
                </a:lnTo>
                <a:lnTo>
                  <a:pt x="15849" y="18134"/>
                </a:lnTo>
                <a:lnTo>
                  <a:pt x="16099" y="18539"/>
                </a:lnTo>
                <a:lnTo>
                  <a:pt x="16432" y="18872"/>
                </a:lnTo>
                <a:lnTo>
                  <a:pt x="16837" y="19134"/>
                </a:lnTo>
                <a:lnTo>
                  <a:pt x="17051" y="19218"/>
                </a:lnTo>
                <a:lnTo>
                  <a:pt x="17170" y="19265"/>
                </a:lnTo>
                <a:lnTo>
                  <a:pt x="17277" y="19289"/>
                </a:lnTo>
                <a:lnTo>
                  <a:pt x="17301" y="19289"/>
                </a:lnTo>
                <a:lnTo>
                  <a:pt x="17301" y="43269"/>
                </a:lnTo>
                <a:lnTo>
                  <a:pt x="17313" y="43364"/>
                </a:lnTo>
                <a:lnTo>
                  <a:pt x="17444" y="43495"/>
                </a:lnTo>
                <a:lnTo>
                  <a:pt x="17539" y="43507"/>
                </a:lnTo>
                <a:lnTo>
                  <a:pt x="17813" y="43507"/>
                </a:lnTo>
                <a:lnTo>
                  <a:pt x="17908" y="43495"/>
                </a:lnTo>
                <a:lnTo>
                  <a:pt x="18039" y="43364"/>
                </a:lnTo>
                <a:lnTo>
                  <a:pt x="18051" y="43269"/>
                </a:lnTo>
                <a:lnTo>
                  <a:pt x="18051" y="19253"/>
                </a:lnTo>
                <a:lnTo>
                  <a:pt x="18492" y="19229"/>
                </a:lnTo>
                <a:lnTo>
                  <a:pt x="18801" y="19110"/>
                </a:lnTo>
                <a:lnTo>
                  <a:pt x="19087" y="18908"/>
                </a:lnTo>
                <a:lnTo>
                  <a:pt x="19599" y="19610"/>
                </a:lnTo>
                <a:lnTo>
                  <a:pt x="20683" y="20980"/>
                </a:lnTo>
                <a:lnTo>
                  <a:pt x="21802" y="22301"/>
                </a:lnTo>
                <a:lnTo>
                  <a:pt x="22969" y="23599"/>
                </a:lnTo>
                <a:lnTo>
                  <a:pt x="23576" y="24218"/>
                </a:lnTo>
                <a:lnTo>
                  <a:pt x="24386" y="25040"/>
                </a:lnTo>
                <a:lnTo>
                  <a:pt x="26065" y="26588"/>
                </a:lnTo>
                <a:lnTo>
                  <a:pt x="27815" y="28064"/>
                </a:lnTo>
                <a:lnTo>
                  <a:pt x="29648" y="29457"/>
                </a:lnTo>
                <a:lnTo>
                  <a:pt x="30589" y="30112"/>
                </a:lnTo>
                <a:lnTo>
                  <a:pt x="29946" y="29160"/>
                </a:lnTo>
                <a:lnTo>
                  <a:pt x="28589" y="27314"/>
                </a:lnTo>
                <a:lnTo>
                  <a:pt x="27160" y="25528"/>
                </a:lnTo>
                <a:lnTo>
                  <a:pt x="25636" y="23814"/>
                </a:lnTo>
                <a:lnTo>
                  <a:pt x="24838" y="22992"/>
                </a:lnTo>
                <a:lnTo>
                  <a:pt x="24219" y="22373"/>
                </a:lnTo>
                <a:lnTo>
                  <a:pt x="22945" y="21170"/>
                </a:lnTo>
                <a:lnTo>
                  <a:pt x="21635" y="20015"/>
                </a:lnTo>
                <a:lnTo>
                  <a:pt x="20290" y="18896"/>
                </a:lnTo>
                <a:lnTo>
                  <a:pt x="19587" y="18372"/>
                </a:lnTo>
                <a:lnTo>
                  <a:pt x="19706" y="18170"/>
                </a:lnTo>
                <a:lnTo>
                  <a:pt x="19861" y="17753"/>
                </a:lnTo>
                <a:lnTo>
                  <a:pt x="19933" y="17324"/>
                </a:lnTo>
                <a:lnTo>
                  <a:pt x="19921" y="16908"/>
                </a:lnTo>
                <a:lnTo>
                  <a:pt x="19813" y="16491"/>
                </a:lnTo>
                <a:lnTo>
                  <a:pt x="19635" y="16110"/>
                </a:lnTo>
                <a:lnTo>
                  <a:pt x="19373" y="15765"/>
                </a:lnTo>
                <a:lnTo>
                  <a:pt x="19040" y="15467"/>
                </a:lnTo>
                <a:lnTo>
                  <a:pt x="18849" y="15348"/>
                </a:lnTo>
                <a:lnTo>
                  <a:pt x="19278" y="14562"/>
                </a:lnTo>
                <a:lnTo>
                  <a:pt x="20075" y="12967"/>
                </a:lnTo>
                <a:lnTo>
                  <a:pt x="20826" y="11335"/>
                </a:lnTo>
                <a:lnTo>
                  <a:pt x="21504" y="9692"/>
                </a:lnTo>
                <a:lnTo>
                  <a:pt x="21826" y="8847"/>
                </a:lnTo>
                <a:lnTo>
                  <a:pt x="22219" y="7775"/>
                </a:lnTo>
                <a:lnTo>
                  <a:pt x="22897" y="5584"/>
                </a:lnTo>
                <a:lnTo>
                  <a:pt x="23493" y="3370"/>
                </a:lnTo>
                <a:lnTo>
                  <a:pt x="23969" y="1119"/>
                </a:lnTo>
                <a:lnTo>
                  <a:pt x="24159" y="0"/>
                </a:lnTo>
                <a:close/>
              </a:path>
            </a:pathLst>
          </a:custGeom>
          <a:solidFill>
            <a:srgbClr val="8CD0B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1"/>
          <p:cNvSpPr txBox="1"/>
          <p:nvPr/>
        </p:nvSpPr>
        <p:spPr>
          <a:xfrm>
            <a:off x="1698125" y="1546700"/>
            <a:ext cx="6134100" cy="7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t/>
            </a:r>
            <a:endParaRPr b="1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1"/>
          <p:cNvSpPr txBox="1"/>
          <p:nvPr>
            <p:ph idx="1" type="subTitle"/>
          </p:nvPr>
        </p:nvSpPr>
        <p:spPr>
          <a:xfrm>
            <a:off x="1698125" y="2243425"/>
            <a:ext cx="33858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sz="1600">
                <a:solidFill>
                  <a:srgbClr val="126B8F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0" name="Google Shape;120;p61"/>
          <p:cNvSpPr txBox="1"/>
          <p:nvPr>
            <p:ph idx="2" type="subTitle"/>
          </p:nvPr>
        </p:nvSpPr>
        <p:spPr>
          <a:xfrm>
            <a:off x="1698125" y="1475150"/>
            <a:ext cx="47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5000"/>
              <a:buFont typeface="Lato"/>
              <a:buNone/>
              <a:defRPr b="1" sz="50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5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2"/>
          <p:cNvSpPr/>
          <p:nvPr/>
        </p:nvSpPr>
        <p:spPr>
          <a:xfrm flipH="1">
            <a:off x="34268" y="977075"/>
            <a:ext cx="1986905" cy="694192"/>
          </a:xfrm>
          <a:custGeom>
            <a:rect b="b" l="l" r="r" t="t"/>
            <a:pathLst>
              <a:path extrusionOk="0" h="1492885" w="4272915">
                <a:moveTo>
                  <a:pt x="998315" y="494403"/>
                </a:moveTo>
                <a:lnTo>
                  <a:pt x="949945" y="495555"/>
                </a:lnTo>
                <a:lnTo>
                  <a:pt x="902170" y="498973"/>
                </a:lnTo>
                <a:lnTo>
                  <a:pt x="855041" y="504607"/>
                </a:lnTo>
                <a:lnTo>
                  <a:pt x="808611" y="512404"/>
                </a:lnTo>
                <a:lnTo>
                  <a:pt x="762932" y="522312"/>
                </a:lnTo>
                <a:lnTo>
                  <a:pt x="718057" y="534278"/>
                </a:lnTo>
                <a:lnTo>
                  <a:pt x="674037" y="548250"/>
                </a:lnTo>
                <a:lnTo>
                  <a:pt x="630924" y="564176"/>
                </a:lnTo>
                <a:lnTo>
                  <a:pt x="588772" y="582004"/>
                </a:lnTo>
                <a:lnTo>
                  <a:pt x="547633" y="601681"/>
                </a:lnTo>
                <a:lnTo>
                  <a:pt x="507558" y="623154"/>
                </a:lnTo>
                <a:lnTo>
                  <a:pt x="468601" y="646373"/>
                </a:lnTo>
                <a:lnTo>
                  <a:pt x="430812" y="671283"/>
                </a:lnTo>
                <a:lnTo>
                  <a:pt x="394246" y="697834"/>
                </a:lnTo>
                <a:lnTo>
                  <a:pt x="358953" y="725972"/>
                </a:lnTo>
                <a:lnTo>
                  <a:pt x="324987" y="755646"/>
                </a:lnTo>
                <a:lnTo>
                  <a:pt x="292399" y="786803"/>
                </a:lnTo>
                <a:lnTo>
                  <a:pt x="261242" y="819391"/>
                </a:lnTo>
                <a:lnTo>
                  <a:pt x="231568" y="853357"/>
                </a:lnTo>
                <a:lnTo>
                  <a:pt x="203430" y="888649"/>
                </a:lnTo>
                <a:lnTo>
                  <a:pt x="176879" y="925216"/>
                </a:lnTo>
                <a:lnTo>
                  <a:pt x="151969" y="963004"/>
                </a:lnTo>
                <a:lnTo>
                  <a:pt x="128750" y="1001962"/>
                </a:lnTo>
                <a:lnTo>
                  <a:pt x="107277" y="1042037"/>
                </a:lnTo>
                <a:lnTo>
                  <a:pt x="87600" y="1083176"/>
                </a:lnTo>
                <a:lnTo>
                  <a:pt x="69773" y="1125328"/>
                </a:lnTo>
                <a:lnTo>
                  <a:pt x="53847" y="1168440"/>
                </a:lnTo>
                <a:lnTo>
                  <a:pt x="39874" y="1212460"/>
                </a:lnTo>
                <a:lnTo>
                  <a:pt x="27908" y="1257336"/>
                </a:lnTo>
                <a:lnTo>
                  <a:pt x="18001" y="1303015"/>
                </a:lnTo>
                <a:lnTo>
                  <a:pt x="10204" y="1349445"/>
                </a:lnTo>
                <a:lnTo>
                  <a:pt x="4569" y="1396574"/>
                </a:lnTo>
                <a:lnTo>
                  <a:pt x="1149" y="1444408"/>
                </a:lnTo>
                <a:lnTo>
                  <a:pt x="0" y="1492718"/>
                </a:lnTo>
                <a:lnTo>
                  <a:pt x="4272812" y="1492718"/>
                </a:lnTo>
                <a:lnTo>
                  <a:pt x="4272042" y="1444349"/>
                </a:lnTo>
                <a:lnTo>
                  <a:pt x="4269759" y="1396481"/>
                </a:lnTo>
                <a:lnTo>
                  <a:pt x="4265979" y="1348960"/>
                </a:lnTo>
                <a:lnTo>
                  <a:pt x="4260726" y="1301869"/>
                </a:lnTo>
                <a:lnTo>
                  <a:pt x="4254024" y="1255230"/>
                </a:lnTo>
                <a:lnTo>
                  <a:pt x="4245896" y="1209068"/>
                </a:lnTo>
                <a:lnTo>
                  <a:pt x="4236365" y="1163404"/>
                </a:lnTo>
                <a:lnTo>
                  <a:pt x="4225455" y="1118263"/>
                </a:lnTo>
                <a:lnTo>
                  <a:pt x="4213189" y="1073667"/>
                </a:lnTo>
                <a:lnTo>
                  <a:pt x="4199590" y="1029640"/>
                </a:lnTo>
                <a:lnTo>
                  <a:pt x="4184680" y="986204"/>
                </a:lnTo>
                <a:lnTo>
                  <a:pt x="4168484" y="943384"/>
                </a:lnTo>
                <a:lnTo>
                  <a:pt x="4151024" y="901201"/>
                </a:lnTo>
                <a:lnTo>
                  <a:pt x="4132324" y="859680"/>
                </a:lnTo>
                <a:lnTo>
                  <a:pt x="4112406" y="818843"/>
                </a:lnTo>
                <a:lnTo>
                  <a:pt x="4091294" y="778714"/>
                </a:lnTo>
                <a:lnTo>
                  <a:pt x="4069012" y="739315"/>
                </a:lnTo>
                <a:lnTo>
                  <a:pt x="4045581" y="700671"/>
                </a:lnTo>
                <a:lnTo>
                  <a:pt x="4021026" y="662803"/>
                </a:lnTo>
                <a:lnTo>
                  <a:pt x="1543418" y="656524"/>
                </a:lnTo>
                <a:lnTo>
                  <a:pt x="1503607" y="631824"/>
                </a:lnTo>
                <a:lnTo>
                  <a:pt x="1462586" y="608961"/>
                </a:lnTo>
                <a:lnTo>
                  <a:pt x="1420411" y="587995"/>
                </a:lnTo>
                <a:lnTo>
                  <a:pt x="1377140" y="568984"/>
                </a:lnTo>
                <a:lnTo>
                  <a:pt x="1332829" y="551988"/>
                </a:lnTo>
                <a:lnTo>
                  <a:pt x="1287535" y="537066"/>
                </a:lnTo>
                <a:lnTo>
                  <a:pt x="1241315" y="524277"/>
                </a:lnTo>
                <a:lnTo>
                  <a:pt x="1194226" y="513680"/>
                </a:lnTo>
                <a:lnTo>
                  <a:pt x="1146325" y="505335"/>
                </a:lnTo>
                <a:lnTo>
                  <a:pt x="1097668" y="499301"/>
                </a:lnTo>
                <a:lnTo>
                  <a:pt x="1048312" y="495638"/>
                </a:lnTo>
                <a:lnTo>
                  <a:pt x="998315" y="494403"/>
                </a:lnTo>
                <a:close/>
              </a:path>
              <a:path extrusionOk="0" h="1492885" w="4272915">
                <a:moveTo>
                  <a:pt x="2780093" y="0"/>
                </a:moveTo>
                <a:lnTo>
                  <a:pt x="2728844" y="863"/>
                </a:lnTo>
                <a:lnTo>
                  <a:pt x="2678029" y="3434"/>
                </a:lnTo>
                <a:lnTo>
                  <a:pt x="2627674" y="7686"/>
                </a:lnTo>
                <a:lnTo>
                  <a:pt x="2577808" y="13591"/>
                </a:lnTo>
                <a:lnTo>
                  <a:pt x="2528459" y="21120"/>
                </a:lnTo>
                <a:lnTo>
                  <a:pt x="2479653" y="30247"/>
                </a:lnTo>
                <a:lnTo>
                  <a:pt x="2431419" y="40944"/>
                </a:lnTo>
                <a:lnTo>
                  <a:pt x="2383784" y="53182"/>
                </a:lnTo>
                <a:lnTo>
                  <a:pt x="2336776" y="66935"/>
                </a:lnTo>
                <a:lnTo>
                  <a:pt x="2290422" y="82175"/>
                </a:lnTo>
                <a:lnTo>
                  <a:pt x="2244751" y="98874"/>
                </a:lnTo>
                <a:lnTo>
                  <a:pt x="2199790" y="117003"/>
                </a:lnTo>
                <a:lnTo>
                  <a:pt x="2155566" y="136537"/>
                </a:lnTo>
                <a:lnTo>
                  <a:pt x="2112107" y="157446"/>
                </a:lnTo>
                <a:lnTo>
                  <a:pt x="2069442" y="179703"/>
                </a:lnTo>
                <a:lnTo>
                  <a:pt x="2027597" y="203281"/>
                </a:lnTo>
                <a:lnTo>
                  <a:pt x="1986600" y="228152"/>
                </a:lnTo>
                <a:lnTo>
                  <a:pt x="1946479" y="254288"/>
                </a:lnTo>
                <a:lnTo>
                  <a:pt x="1907262" y="281662"/>
                </a:lnTo>
                <a:lnTo>
                  <a:pt x="1868975" y="310245"/>
                </a:lnTo>
                <a:lnTo>
                  <a:pt x="1831648" y="340010"/>
                </a:lnTo>
                <a:lnTo>
                  <a:pt x="1795307" y="370930"/>
                </a:lnTo>
                <a:lnTo>
                  <a:pt x="1759981" y="402976"/>
                </a:lnTo>
                <a:lnTo>
                  <a:pt x="1725696" y="436122"/>
                </a:lnTo>
                <a:lnTo>
                  <a:pt x="1692482" y="470339"/>
                </a:lnTo>
                <a:lnTo>
                  <a:pt x="1660364" y="505599"/>
                </a:lnTo>
                <a:lnTo>
                  <a:pt x="1629371" y="541876"/>
                </a:lnTo>
                <a:lnTo>
                  <a:pt x="1599531" y="579140"/>
                </a:lnTo>
                <a:lnTo>
                  <a:pt x="1570871" y="617366"/>
                </a:lnTo>
                <a:lnTo>
                  <a:pt x="1543418" y="656524"/>
                </a:lnTo>
                <a:lnTo>
                  <a:pt x="4016679" y="656524"/>
                </a:lnTo>
                <a:lnTo>
                  <a:pt x="3968634" y="589493"/>
                </a:lnTo>
                <a:lnTo>
                  <a:pt x="3940844" y="554096"/>
                </a:lnTo>
                <a:lnTo>
                  <a:pt x="3912022" y="519568"/>
                </a:lnTo>
                <a:lnTo>
                  <a:pt x="3882191" y="485934"/>
                </a:lnTo>
                <a:lnTo>
                  <a:pt x="3851375" y="453216"/>
                </a:lnTo>
                <a:lnTo>
                  <a:pt x="3819596" y="421437"/>
                </a:lnTo>
                <a:lnTo>
                  <a:pt x="3786877" y="390620"/>
                </a:lnTo>
                <a:lnTo>
                  <a:pt x="3753243" y="360789"/>
                </a:lnTo>
                <a:lnTo>
                  <a:pt x="3718716" y="331967"/>
                </a:lnTo>
                <a:lnTo>
                  <a:pt x="3683319" y="304177"/>
                </a:lnTo>
                <a:lnTo>
                  <a:pt x="3647075" y="277442"/>
                </a:lnTo>
                <a:lnTo>
                  <a:pt x="3610008" y="251786"/>
                </a:lnTo>
                <a:lnTo>
                  <a:pt x="3572140" y="227230"/>
                </a:lnTo>
                <a:lnTo>
                  <a:pt x="3533496" y="203800"/>
                </a:lnTo>
                <a:lnTo>
                  <a:pt x="3494098" y="181517"/>
                </a:lnTo>
                <a:lnTo>
                  <a:pt x="3453968" y="160405"/>
                </a:lnTo>
                <a:lnTo>
                  <a:pt x="3413131" y="140488"/>
                </a:lnTo>
                <a:lnTo>
                  <a:pt x="3371610" y="121787"/>
                </a:lnTo>
                <a:lnTo>
                  <a:pt x="3329428" y="104327"/>
                </a:lnTo>
                <a:lnTo>
                  <a:pt x="3286607" y="88131"/>
                </a:lnTo>
                <a:lnTo>
                  <a:pt x="3243172" y="73222"/>
                </a:lnTo>
                <a:lnTo>
                  <a:pt x="3199144" y="59622"/>
                </a:lnTo>
                <a:lnTo>
                  <a:pt x="3154549" y="47356"/>
                </a:lnTo>
                <a:lnTo>
                  <a:pt x="3109407" y="36446"/>
                </a:lnTo>
                <a:lnTo>
                  <a:pt x="3063744" y="26916"/>
                </a:lnTo>
                <a:lnTo>
                  <a:pt x="3017581" y="18788"/>
                </a:lnTo>
                <a:lnTo>
                  <a:pt x="2970943" y="12086"/>
                </a:lnTo>
                <a:lnTo>
                  <a:pt x="2923851" y="6833"/>
                </a:lnTo>
                <a:lnTo>
                  <a:pt x="2876331" y="3052"/>
                </a:lnTo>
                <a:lnTo>
                  <a:pt x="2828403" y="766"/>
                </a:lnTo>
                <a:lnTo>
                  <a:pt x="2780093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2"/>
          <p:cNvSpPr/>
          <p:nvPr/>
        </p:nvSpPr>
        <p:spPr>
          <a:xfrm flipH="1">
            <a:off x="-430414" y="336692"/>
            <a:ext cx="1463473" cy="511313"/>
          </a:xfrm>
          <a:custGeom>
            <a:rect b="b" l="l" r="r" t="t"/>
            <a:pathLst>
              <a:path extrusionOk="0" h="1492885" w="4272915">
                <a:moveTo>
                  <a:pt x="998315" y="494403"/>
                </a:moveTo>
                <a:lnTo>
                  <a:pt x="949945" y="495555"/>
                </a:lnTo>
                <a:lnTo>
                  <a:pt x="902170" y="498973"/>
                </a:lnTo>
                <a:lnTo>
                  <a:pt x="855041" y="504607"/>
                </a:lnTo>
                <a:lnTo>
                  <a:pt x="808611" y="512404"/>
                </a:lnTo>
                <a:lnTo>
                  <a:pt x="762932" y="522312"/>
                </a:lnTo>
                <a:lnTo>
                  <a:pt x="718057" y="534278"/>
                </a:lnTo>
                <a:lnTo>
                  <a:pt x="674037" y="548250"/>
                </a:lnTo>
                <a:lnTo>
                  <a:pt x="630924" y="564176"/>
                </a:lnTo>
                <a:lnTo>
                  <a:pt x="588772" y="582004"/>
                </a:lnTo>
                <a:lnTo>
                  <a:pt x="547633" y="601681"/>
                </a:lnTo>
                <a:lnTo>
                  <a:pt x="507558" y="623154"/>
                </a:lnTo>
                <a:lnTo>
                  <a:pt x="468601" y="646373"/>
                </a:lnTo>
                <a:lnTo>
                  <a:pt x="430812" y="671283"/>
                </a:lnTo>
                <a:lnTo>
                  <a:pt x="394246" y="697834"/>
                </a:lnTo>
                <a:lnTo>
                  <a:pt x="358953" y="725972"/>
                </a:lnTo>
                <a:lnTo>
                  <a:pt x="324987" y="755646"/>
                </a:lnTo>
                <a:lnTo>
                  <a:pt x="292399" y="786803"/>
                </a:lnTo>
                <a:lnTo>
                  <a:pt x="261242" y="819391"/>
                </a:lnTo>
                <a:lnTo>
                  <a:pt x="231568" y="853357"/>
                </a:lnTo>
                <a:lnTo>
                  <a:pt x="203430" y="888649"/>
                </a:lnTo>
                <a:lnTo>
                  <a:pt x="176879" y="925216"/>
                </a:lnTo>
                <a:lnTo>
                  <a:pt x="151969" y="963004"/>
                </a:lnTo>
                <a:lnTo>
                  <a:pt x="128750" y="1001962"/>
                </a:lnTo>
                <a:lnTo>
                  <a:pt x="107277" y="1042037"/>
                </a:lnTo>
                <a:lnTo>
                  <a:pt x="87600" y="1083176"/>
                </a:lnTo>
                <a:lnTo>
                  <a:pt x="69773" y="1125328"/>
                </a:lnTo>
                <a:lnTo>
                  <a:pt x="53847" y="1168440"/>
                </a:lnTo>
                <a:lnTo>
                  <a:pt x="39874" y="1212460"/>
                </a:lnTo>
                <a:lnTo>
                  <a:pt x="27908" y="1257336"/>
                </a:lnTo>
                <a:lnTo>
                  <a:pt x="18001" y="1303015"/>
                </a:lnTo>
                <a:lnTo>
                  <a:pt x="10204" y="1349445"/>
                </a:lnTo>
                <a:lnTo>
                  <a:pt x="4569" y="1396574"/>
                </a:lnTo>
                <a:lnTo>
                  <a:pt x="1149" y="1444408"/>
                </a:lnTo>
                <a:lnTo>
                  <a:pt x="0" y="1492718"/>
                </a:lnTo>
                <a:lnTo>
                  <a:pt x="4272812" y="1492718"/>
                </a:lnTo>
                <a:lnTo>
                  <a:pt x="4272042" y="1444349"/>
                </a:lnTo>
                <a:lnTo>
                  <a:pt x="4269759" y="1396481"/>
                </a:lnTo>
                <a:lnTo>
                  <a:pt x="4265979" y="1348960"/>
                </a:lnTo>
                <a:lnTo>
                  <a:pt x="4260726" y="1301869"/>
                </a:lnTo>
                <a:lnTo>
                  <a:pt x="4254024" y="1255230"/>
                </a:lnTo>
                <a:lnTo>
                  <a:pt x="4245896" y="1209068"/>
                </a:lnTo>
                <a:lnTo>
                  <a:pt x="4236365" y="1163404"/>
                </a:lnTo>
                <a:lnTo>
                  <a:pt x="4225455" y="1118263"/>
                </a:lnTo>
                <a:lnTo>
                  <a:pt x="4213189" y="1073667"/>
                </a:lnTo>
                <a:lnTo>
                  <a:pt x="4199590" y="1029640"/>
                </a:lnTo>
                <a:lnTo>
                  <a:pt x="4184680" y="986204"/>
                </a:lnTo>
                <a:lnTo>
                  <a:pt x="4168484" y="943384"/>
                </a:lnTo>
                <a:lnTo>
                  <a:pt x="4151024" y="901201"/>
                </a:lnTo>
                <a:lnTo>
                  <a:pt x="4132324" y="859680"/>
                </a:lnTo>
                <a:lnTo>
                  <a:pt x="4112406" y="818843"/>
                </a:lnTo>
                <a:lnTo>
                  <a:pt x="4091294" y="778714"/>
                </a:lnTo>
                <a:lnTo>
                  <a:pt x="4069012" y="739315"/>
                </a:lnTo>
                <a:lnTo>
                  <a:pt x="4045581" y="700671"/>
                </a:lnTo>
                <a:lnTo>
                  <a:pt x="4021026" y="662803"/>
                </a:lnTo>
                <a:lnTo>
                  <a:pt x="1543418" y="656524"/>
                </a:lnTo>
                <a:lnTo>
                  <a:pt x="1503607" y="631824"/>
                </a:lnTo>
                <a:lnTo>
                  <a:pt x="1462586" y="608961"/>
                </a:lnTo>
                <a:lnTo>
                  <a:pt x="1420411" y="587995"/>
                </a:lnTo>
                <a:lnTo>
                  <a:pt x="1377140" y="568984"/>
                </a:lnTo>
                <a:lnTo>
                  <a:pt x="1332829" y="551988"/>
                </a:lnTo>
                <a:lnTo>
                  <a:pt x="1287535" y="537066"/>
                </a:lnTo>
                <a:lnTo>
                  <a:pt x="1241315" y="524277"/>
                </a:lnTo>
                <a:lnTo>
                  <a:pt x="1194226" y="513680"/>
                </a:lnTo>
                <a:lnTo>
                  <a:pt x="1146325" y="505335"/>
                </a:lnTo>
                <a:lnTo>
                  <a:pt x="1097668" y="499301"/>
                </a:lnTo>
                <a:lnTo>
                  <a:pt x="1048312" y="495638"/>
                </a:lnTo>
                <a:lnTo>
                  <a:pt x="998315" y="494403"/>
                </a:lnTo>
                <a:close/>
              </a:path>
              <a:path extrusionOk="0" h="1492885" w="4272915">
                <a:moveTo>
                  <a:pt x="2780093" y="0"/>
                </a:moveTo>
                <a:lnTo>
                  <a:pt x="2728844" y="863"/>
                </a:lnTo>
                <a:lnTo>
                  <a:pt x="2678029" y="3434"/>
                </a:lnTo>
                <a:lnTo>
                  <a:pt x="2627674" y="7686"/>
                </a:lnTo>
                <a:lnTo>
                  <a:pt x="2577808" y="13591"/>
                </a:lnTo>
                <a:lnTo>
                  <a:pt x="2528459" y="21120"/>
                </a:lnTo>
                <a:lnTo>
                  <a:pt x="2479653" y="30247"/>
                </a:lnTo>
                <a:lnTo>
                  <a:pt x="2431419" y="40944"/>
                </a:lnTo>
                <a:lnTo>
                  <a:pt x="2383784" y="53182"/>
                </a:lnTo>
                <a:lnTo>
                  <a:pt x="2336776" y="66935"/>
                </a:lnTo>
                <a:lnTo>
                  <a:pt x="2290422" y="82175"/>
                </a:lnTo>
                <a:lnTo>
                  <a:pt x="2244751" y="98874"/>
                </a:lnTo>
                <a:lnTo>
                  <a:pt x="2199790" y="117003"/>
                </a:lnTo>
                <a:lnTo>
                  <a:pt x="2155566" y="136537"/>
                </a:lnTo>
                <a:lnTo>
                  <a:pt x="2112107" y="157446"/>
                </a:lnTo>
                <a:lnTo>
                  <a:pt x="2069442" y="179703"/>
                </a:lnTo>
                <a:lnTo>
                  <a:pt x="2027597" y="203281"/>
                </a:lnTo>
                <a:lnTo>
                  <a:pt x="1986600" y="228152"/>
                </a:lnTo>
                <a:lnTo>
                  <a:pt x="1946479" y="254288"/>
                </a:lnTo>
                <a:lnTo>
                  <a:pt x="1907262" y="281662"/>
                </a:lnTo>
                <a:lnTo>
                  <a:pt x="1868975" y="310245"/>
                </a:lnTo>
                <a:lnTo>
                  <a:pt x="1831648" y="340010"/>
                </a:lnTo>
                <a:lnTo>
                  <a:pt x="1795307" y="370930"/>
                </a:lnTo>
                <a:lnTo>
                  <a:pt x="1759981" y="402976"/>
                </a:lnTo>
                <a:lnTo>
                  <a:pt x="1725696" y="436122"/>
                </a:lnTo>
                <a:lnTo>
                  <a:pt x="1692482" y="470339"/>
                </a:lnTo>
                <a:lnTo>
                  <a:pt x="1660364" y="505599"/>
                </a:lnTo>
                <a:lnTo>
                  <a:pt x="1629371" y="541876"/>
                </a:lnTo>
                <a:lnTo>
                  <a:pt x="1599531" y="579140"/>
                </a:lnTo>
                <a:lnTo>
                  <a:pt x="1570871" y="617366"/>
                </a:lnTo>
                <a:lnTo>
                  <a:pt x="1543418" y="656524"/>
                </a:lnTo>
                <a:lnTo>
                  <a:pt x="4016679" y="656524"/>
                </a:lnTo>
                <a:lnTo>
                  <a:pt x="3968634" y="589493"/>
                </a:lnTo>
                <a:lnTo>
                  <a:pt x="3940844" y="554096"/>
                </a:lnTo>
                <a:lnTo>
                  <a:pt x="3912022" y="519568"/>
                </a:lnTo>
                <a:lnTo>
                  <a:pt x="3882191" y="485934"/>
                </a:lnTo>
                <a:lnTo>
                  <a:pt x="3851375" y="453216"/>
                </a:lnTo>
                <a:lnTo>
                  <a:pt x="3819596" y="421437"/>
                </a:lnTo>
                <a:lnTo>
                  <a:pt x="3786877" y="390620"/>
                </a:lnTo>
                <a:lnTo>
                  <a:pt x="3753243" y="360789"/>
                </a:lnTo>
                <a:lnTo>
                  <a:pt x="3718716" y="331967"/>
                </a:lnTo>
                <a:lnTo>
                  <a:pt x="3683319" y="304177"/>
                </a:lnTo>
                <a:lnTo>
                  <a:pt x="3647075" y="277442"/>
                </a:lnTo>
                <a:lnTo>
                  <a:pt x="3610008" y="251786"/>
                </a:lnTo>
                <a:lnTo>
                  <a:pt x="3572140" y="227230"/>
                </a:lnTo>
                <a:lnTo>
                  <a:pt x="3533496" y="203800"/>
                </a:lnTo>
                <a:lnTo>
                  <a:pt x="3494098" y="181517"/>
                </a:lnTo>
                <a:lnTo>
                  <a:pt x="3453968" y="160405"/>
                </a:lnTo>
                <a:lnTo>
                  <a:pt x="3413131" y="140488"/>
                </a:lnTo>
                <a:lnTo>
                  <a:pt x="3371610" y="121787"/>
                </a:lnTo>
                <a:lnTo>
                  <a:pt x="3329428" y="104327"/>
                </a:lnTo>
                <a:lnTo>
                  <a:pt x="3286607" y="88131"/>
                </a:lnTo>
                <a:lnTo>
                  <a:pt x="3243172" y="73222"/>
                </a:lnTo>
                <a:lnTo>
                  <a:pt x="3199144" y="59622"/>
                </a:lnTo>
                <a:lnTo>
                  <a:pt x="3154549" y="47356"/>
                </a:lnTo>
                <a:lnTo>
                  <a:pt x="3109407" y="36446"/>
                </a:lnTo>
                <a:lnTo>
                  <a:pt x="3063744" y="26916"/>
                </a:lnTo>
                <a:lnTo>
                  <a:pt x="3017581" y="18788"/>
                </a:lnTo>
                <a:lnTo>
                  <a:pt x="2970943" y="12086"/>
                </a:lnTo>
                <a:lnTo>
                  <a:pt x="2923851" y="6833"/>
                </a:lnTo>
                <a:lnTo>
                  <a:pt x="2876331" y="3052"/>
                </a:lnTo>
                <a:lnTo>
                  <a:pt x="2828403" y="766"/>
                </a:lnTo>
                <a:lnTo>
                  <a:pt x="2780093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2"/>
          <p:cNvSpPr/>
          <p:nvPr/>
        </p:nvSpPr>
        <p:spPr>
          <a:xfrm>
            <a:off x="7129373" y="4365000"/>
            <a:ext cx="2894900" cy="1011430"/>
          </a:xfrm>
          <a:custGeom>
            <a:rect b="b" l="l" r="r" t="t"/>
            <a:pathLst>
              <a:path extrusionOk="0" h="1492885" w="4272915">
                <a:moveTo>
                  <a:pt x="998315" y="494403"/>
                </a:moveTo>
                <a:lnTo>
                  <a:pt x="949945" y="495555"/>
                </a:lnTo>
                <a:lnTo>
                  <a:pt x="902170" y="498973"/>
                </a:lnTo>
                <a:lnTo>
                  <a:pt x="855041" y="504607"/>
                </a:lnTo>
                <a:lnTo>
                  <a:pt x="808611" y="512404"/>
                </a:lnTo>
                <a:lnTo>
                  <a:pt x="762932" y="522312"/>
                </a:lnTo>
                <a:lnTo>
                  <a:pt x="718057" y="534278"/>
                </a:lnTo>
                <a:lnTo>
                  <a:pt x="674037" y="548250"/>
                </a:lnTo>
                <a:lnTo>
                  <a:pt x="630924" y="564176"/>
                </a:lnTo>
                <a:lnTo>
                  <a:pt x="588772" y="582004"/>
                </a:lnTo>
                <a:lnTo>
                  <a:pt x="547633" y="601681"/>
                </a:lnTo>
                <a:lnTo>
                  <a:pt x="507558" y="623154"/>
                </a:lnTo>
                <a:lnTo>
                  <a:pt x="468601" y="646373"/>
                </a:lnTo>
                <a:lnTo>
                  <a:pt x="430812" y="671283"/>
                </a:lnTo>
                <a:lnTo>
                  <a:pt x="394246" y="697834"/>
                </a:lnTo>
                <a:lnTo>
                  <a:pt x="358953" y="725972"/>
                </a:lnTo>
                <a:lnTo>
                  <a:pt x="324987" y="755646"/>
                </a:lnTo>
                <a:lnTo>
                  <a:pt x="292399" y="786803"/>
                </a:lnTo>
                <a:lnTo>
                  <a:pt x="261242" y="819391"/>
                </a:lnTo>
                <a:lnTo>
                  <a:pt x="231568" y="853357"/>
                </a:lnTo>
                <a:lnTo>
                  <a:pt x="203430" y="888649"/>
                </a:lnTo>
                <a:lnTo>
                  <a:pt x="176879" y="925216"/>
                </a:lnTo>
                <a:lnTo>
                  <a:pt x="151969" y="963004"/>
                </a:lnTo>
                <a:lnTo>
                  <a:pt x="128750" y="1001962"/>
                </a:lnTo>
                <a:lnTo>
                  <a:pt x="107277" y="1042037"/>
                </a:lnTo>
                <a:lnTo>
                  <a:pt x="87600" y="1083176"/>
                </a:lnTo>
                <a:lnTo>
                  <a:pt x="69773" y="1125328"/>
                </a:lnTo>
                <a:lnTo>
                  <a:pt x="53847" y="1168440"/>
                </a:lnTo>
                <a:lnTo>
                  <a:pt x="39874" y="1212460"/>
                </a:lnTo>
                <a:lnTo>
                  <a:pt x="27908" y="1257336"/>
                </a:lnTo>
                <a:lnTo>
                  <a:pt x="18001" y="1303015"/>
                </a:lnTo>
                <a:lnTo>
                  <a:pt x="10204" y="1349445"/>
                </a:lnTo>
                <a:lnTo>
                  <a:pt x="4569" y="1396574"/>
                </a:lnTo>
                <a:lnTo>
                  <a:pt x="1149" y="1444408"/>
                </a:lnTo>
                <a:lnTo>
                  <a:pt x="0" y="1492718"/>
                </a:lnTo>
                <a:lnTo>
                  <a:pt x="4272812" y="1492718"/>
                </a:lnTo>
                <a:lnTo>
                  <a:pt x="4272042" y="1444349"/>
                </a:lnTo>
                <a:lnTo>
                  <a:pt x="4269759" y="1396481"/>
                </a:lnTo>
                <a:lnTo>
                  <a:pt x="4265979" y="1348960"/>
                </a:lnTo>
                <a:lnTo>
                  <a:pt x="4260726" y="1301869"/>
                </a:lnTo>
                <a:lnTo>
                  <a:pt x="4254024" y="1255230"/>
                </a:lnTo>
                <a:lnTo>
                  <a:pt x="4245896" y="1209068"/>
                </a:lnTo>
                <a:lnTo>
                  <a:pt x="4236365" y="1163404"/>
                </a:lnTo>
                <a:lnTo>
                  <a:pt x="4225455" y="1118263"/>
                </a:lnTo>
                <a:lnTo>
                  <a:pt x="4213189" y="1073667"/>
                </a:lnTo>
                <a:lnTo>
                  <a:pt x="4199590" y="1029640"/>
                </a:lnTo>
                <a:lnTo>
                  <a:pt x="4184680" y="986204"/>
                </a:lnTo>
                <a:lnTo>
                  <a:pt x="4168484" y="943384"/>
                </a:lnTo>
                <a:lnTo>
                  <a:pt x="4151024" y="901201"/>
                </a:lnTo>
                <a:lnTo>
                  <a:pt x="4132324" y="859680"/>
                </a:lnTo>
                <a:lnTo>
                  <a:pt x="4112406" y="818843"/>
                </a:lnTo>
                <a:lnTo>
                  <a:pt x="4091294" y="778714"/>
                </a:lnTo>
                <a:lnTo>
                  <a:pt x="4069012" y="739315"/>
                </a:lnTo>
                <a:lnTo>
                  <a:pt x="4045581" y="700671"/>
                </a:lnTo>
                <a:lnTo>
                  <a:pt x="4021026" y="662803"/>
                </a:lnTo>
                <a:lnTo>
                  <a:pt x="1543418" y="656524"/>
                </a:lnTo>
                <a:lnTo>
                  <a:pt x="1503607" y="631824"/>
                </a:lnTo>
                <a:lnTo>
                  <a:pt x="1462586" y="608961"/>
                </a:lnTo>
                <a:lnTo>
                  <a:pt x="1420411" y="587995"/>
                </a:lnTo>
                <a:lnTo>
                  <a:pt x="1377140" y="568984"/>
                </a:lnTo>
                <a:lnTo>
                  <a:pt x="1332829" y="551988"/>
                </a:lnTo>
                <a:lnTo>
                  <a:pt x="1287535" y="537066"/>
                </a:lnTo>
                <a:lnTo>
                  <a:pt x="1241315" y="524277"/>
                </a:lnTo>
                <a:lnTo>
                  <a:pt x="1194226" y="513680"/>
                </a:lnTo>
                <a:lnTo>
                  <a:pt x="1146325" y="505335"/>
                </a:lnTo>
                <a:lnTo>
                  <a:pt x="1097668" y="499301"/>
                </a:lnTo>
                <a:lnTo>
                  <a:pt x="1048312" y="495638"/>
                </a:lnTo>
                <a:lnTo>
                  <a:pt x="998315" y="494403"/>
                </a:lnTo>
                <a:close/>
              </a:path>
              <a:path extrusionOk="0" h="1492885" w="4272915">
                <a:moveTo>
                  <a:pt x="2780093" y="0"/>
                </a:moveTo>
                <a:lnTo>
                  <a:pt x="2728844" y="863"/>
                </a:lnTo>
                <a:lnTo>
                  <a:pt x="2678029" y="3434"/>
                </a:lnTo>
                <a:lnTo>
                  <a:pt x="2627674" y="7686"/>
                </a:lnTo>
                <a:lnTo>
                  <a:pt x="2577808" y="13591"/>
                </a:lnTo>
                <a:lnTo>
                  <a:pt x="2528459" y="21120"/>
                </a:lnTo>
                <a:lnTo>
                  <a:pt x="2479653" y="30247"/>
                </a:lnTo>
                <a:lnTo>
                  <a:pt x="2431419" y="40944"/>
                </a:lnTo>
                <a:lnTo>
                  <a:pt x="2383784" y="53182"/>
                </a:lnTo>
                <a:lnTo>
                  <a:pt x="2336776" y="66935"/>
                </a:lnTo>
                <a:lnTo>
                  <a:pt x="2290422" y="82175"/>
                </a:lnTo>
                <a:lnTo>
                  <a:pt x="2244751" y="98874"/>
                </a:lnTo>
                <a:lnTo>
                  <a:pt x="2199790" y="117003"/>
                </a:lnTo>
                <a:lnTo>
                  <a:pt x="2155566" y="136537"/>
                </a:lnTo>
                <a:lnTo>
                  <a:pt x="2112107" y="157446"/>
                </a:lnTo>
                <a:lnTo>
                  <a:pt x="2069442" y="179703"/>
                </a:lnTo>
                <a:lnTo>
                  <a:pt x="2027597" y="203281"/>
                </a:lnTo>
                <a:lnTo>
                  <a:pt x="1986600" y="228152"/>
                </a:lnTo>
                <a:lnTo>
                  <a:pt x="1946479" y="254288"/>
                </a:lnTo>
                <a:lnTo>
                  <a:pt x="1907262" y="281662"/>
                </a:lnTo>
                <a:lnTo>
                  <a:pt x="1868975" y="310245"/>
                </a:lnTo>
                <a:lnTo>
                  <a:pt x="1831648" y="340010"/>
                </a:lnTo>
                <a:lnTo>
                  <a:pt x="1795307" y="370930"/>
                </a:lnTo>
                <a:lnTo>
                  <a:pt x="1759981" y="402976"/>
                </a:lnTo>
                <a:lnTo>
                  <a:pt x="1725696" y="436122"/>
                </a:lnTo>
                <a:lnTo>
                  <a:pt x="1692482" y="470339"/>
                </a:lnTo>
                <a:lnTo>
                  <a:pt x="1660364" y="505599"/>
                </a:lnTo>
                <a:lnTo>
                  <a:pt x="1629371" y="541876"/>
                </a:lnTo>
                <a:lnTo>
                  <a:pt x="1599531" y="579140"/>
                </a:lnTo>
                <a:lnTo>
                  <a:pt x="1570871" y="617366"/>
                </a:lnTo>
                <a:lnTo>
                  <a:pt x="1543418" y="656524"/>
                </a:lnTo>
                <a:lnTo>
                  <a:pt x="4016679" y="656524"/>
                </a:lnTo>
                <a:lnTo>
                  <a:pt x="3968634" y="589493"/>
                </a:lnTo>
                <a:lnTo>
                  <a:pt x="3940844" y="554096"/>
                </a:lnTo>
                <a:lnTo>
                  <a:pt x="3912022" y="519568"/>
                </a:lnTo>
                <a:lnTo>
                  <a:pt x="3882191" y="485934"/>
                </a:lnTo>
                <a:lnTo>
                  <a:pt x="3851375" y="453216"/>
                </a:lnTo>
                <a:lnTo>
                  <a:pt x="3819596" y="421437"/>
                </a:lnTo>
                <a:lnTo>
                  <a:pt x="3786877" y="390620"/>
                </a:lnTo>
                <a:lnTo>
                  <a:pt x="3753243" y="360789"/>
                </a:lnTo>
                <a:lnTo>
                  <a:pt x="3718716" y="331967"/>
                </a:lnTo>
                <a:lnTo>
                  <a:pt x="3683319" y="304177"/>
                </a:lnTo>
                <a:lnTo>
                  <a:pt x="3647075" y="277442"/>
                </a:lnTo>
                <a:lnTo>
                  <a:pt x="3610008" y="251786"/>
                </a:lnTo>
                <a:lnTo>
                  <a:pt x="3572140" y="227230"/>
                </a:lnTo>
                <a:lnTo>
                  <a:pt x="3533496" y="203800"/>
                </a:lnTo>
                <a:lnTo>
                  <a:pt x="3494098" y="181517"/>
                </a:lnTo>
                <a:lnTo>
                  <a:pt x="3453968" y="160405"/>
                </a:lnTo>
                <a:lnTo>
                  <a:pt x="3413131" y="140488"/>
                </a:lnTo>
                <a:lnTo>
                  <a:pt x="3371610" y="121787"/>
                </a:lnTo>
                <a:lnTo>
                  <a:pt x="3329428" y="104327"/>
                </a:lnTo>
                <a:lnTo>
                  <a:pt x="3286607" y="88131"/>
                </a:lnTo>
                <a:lnTo>
                  <a:pt x="3243172" y="73222"/>
                </a:lnTo>
                <a:lnTo>
                  <a:pt x="3199144" y="59622"/>
                </a:lnTo>
                <a:lnTo>
                  <a:pt x="3154549" y="47356"/>
                </a:lnTo>
                <a:lnTo>
                  <a:pt x="3109407" y="36446"/>
                </a:lnTo>
                <a:lnTo>
                  <a:pt x="3063744" y="26916"/>
                </a:lnTo>
                <a:lnTo>
                  <a:pt x="3017581" y="18788"/>
                </a:lnTo>
                <a:lnTo>
                  <a:pt x="2970943" y="12086"/>
                </a:lnTo>
                <a:lnTo>
                  <a:pt x="2923851" y="6833"/>
                </a:lnTo>
                <a:lnTo>
                  <a:pt x="2876331" y="3052"/>
                </a:lnTo>
                <a:lnTo>
                  <a:pt x="2828403" y="766"/>
                </a:lnTo>
                <a:lnTo>
                  <a:pt x="2780093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2"/>
          <p:cNvSpPr txBox="1"/>
          <p:nvPr>
            <p:ph type="ctrTitle"/>
          </p:nvPr>
        </p:nvSpPr>
        <p:spPr>
          <a:xfrm>
            <a:off x="716400" y="735923"/>
            <a:ext cx="7718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6" name="Google Shape;126;p62"/>
          <p:cNvSpPr txBox="1"/>
          <p:nvPr>
            <p:ph idx="1" type="subTitle"/>
          </p:nvPr>
        </p:nvSpPr>
        <p:spPr>
          <a:xfrm>
            <a:off x="5660975" y="2090375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 sz="1400">
                <a:solidFill>
                  <a:srgbClr val="0F6890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27" name="Google Shape;127;p62"/>
          <p:cNvSpPr txBox="1"/>
          <p:nvPr>
            <p:ph idx="2" type="subTitle"/>
          </p:nvPr>
        </p:nvSpPr>
        <p:spPr>
          <a:xfrm>
            <a:off x="5660975" y="2348400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28" name="Google Shape;128;p62"/>
          <p:cNvSpPr txBox="1"/>
          <p:nvPr>
            <p:ph idx="3" type="subTitle"/>
          </p:nvPr>
        </p:nvSpPr>
        <p:spPr>
          <a:xfrm>
            <a:off x="5660975" y="3766775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 sz="1400">
                <a:solidFill>
                  <a:srgbClr val="0F6890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29" name="Google Shape;129;p62"/>
          <p:cNvSpPr txBox="1"/>
          <p:nvPr>
            <p:ph idx="4" type="subTitle"/>
          </p:nvPr>
        </p:nvSpPr>
        <p:spPr>
          <a:xfrm>
            <a:off x="5660975" y="4024800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30" name="Google Shape;130;p62"/>
          <p:cNvSpPr txBox="1"/>
          <p:nvPr>
            <p:ph idx="5" type="subTitle"/>
          </p:nvPr>
        </p:nvSpPr>
        <p:spPr>
          <a:xfrm>
            <a:off x="1088975" y="2090375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 sz="1400">
                <a:solidFill>
                  <a:srgbClr val="0F689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31" name="Google Shape;131;p62"/>
          <p:cNvSpPr txBox="1"/>
          <p:nvPr>
            <p:ph idx="6" type="subTitle"/>
          </p:nvPr>
        </p:nvSpPr>
        <p:spPr>
          <a:xfrm>
            <a:off x="1088975" y="2348400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32" name="Google Shape;132;p62"/>
          <p:cNvSpPr txBox="1"/>
          <p:nvPr>
            <p:ph idx="7" type="subTitle"/>
          </p:nvPr>
        </p:nvSpPr>
        <p:spPr>
          <a:xfrm>
            <a:off x="1088975" y="3766775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 sz="1400">
                <a:solidFill>
                  <a:srgbClr val="0F689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33" name="Google Shape;133;p62"/>
          <p:cNvSpPr txBox="1"/>
          <p:nvPr>
            <p:ph idx="8" type="subTitle"/>
          </p:nvPr>
        </p:nvSpPr>
        <p:spPr>
          <a:xfrm>
            <a:off x="1088975" y="4024800"/>
            <a:ext cx="2432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134" name="Google Shape;134;p62"/>
          <p:cNvSpPr/>
          <p:nvPr/>
        </p:nvSpPr>
        <p:spPr>
          <a:xfrm>
            <a:off x="1529625" y="1410325"/>
            <a:ext cx="1983300" cy="14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2"/>
          <p:cNvSpPr/>
          <p:nvPr/>
        </p:nvSpPr>
        <p:spPr>
          <a:xfrm>
            <a:off x="5623275" y="1410175"/>
            <a:ext cx="19836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2"/>
          <p:cNvSpPr/>
          <p:nvPr/>
        </p:nvSpPr>
        <p:spPr>
          <a:xfrm>
            <a:off x="1529625" y="3086725"/>
            <a:ext cx="1983300" cy="14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2"/>
          <p:cNvSpPr/>
          <p:nvPr/>
        </p:nvSpPr>
        <p:spPr>
          <a:xfrm>
            <a:off x="5623275" y="3086575"/>
            <a:ext cx="19836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2"/>
          <p:cNvSpPr/>
          <p:nvPr/>
        </p:nvSpPr>
        <p:spPr>
          <a:xfrm>
            <a:off x="7606866" y="1365249"/>
            <a:ext cx="1313921" cy="459062"/>
          </a:xfrm>
          <a:custGeom>
            <a:rect b="b" l="l" r="r" t="t"/>
            <a:pathLst>
              <a:path extrusionOk="0" h="1492885" w="4272915">
                <a:moveTo>
                  <a:pt x="998315" y="494403"/>
                </a:moveTo>
                <a:lnTo>
                  <a:pt x="949945" y="495555"/>
                </a:lnTo>
                <a:lnTo>
                  <a:pt x="902170" y="498973"/>
                </a:lnTo>
                <a:lnTo>
                  <a:pt x="855041" y="504607"/>
                </a:lnTo>
                <a:lnTo>
                  <a:pt x="808611" y="512404"/>
                </a:lnTo>
                <a:lnTo>
                  <a:pt x="762932" y="522312"/>
                </a:lnTo>
                <a:lnTo>
                  <a:pt x="718057" y="534278"/>
                </a:lnTo>
                <a:lnTo>
                  <a:pt x="674037" y="548250"/>
                </a:lnTo>
                <a:lnTo>
                  <a:pt x="630924" y="564176"/>
                </a:lnTo>
                <a:lnTo>
                  <a:pt x="588772" y="582004"/>
                </a:lnTo>
                <a:lnTo>
                  <a:pt x="547633" y="601681"/>
                </a:lnTo>
                <a:lnTo>
                  <a:pt x="507558" y="623154"/>
                </a:lnTo>
                <a:lnTo>
                  <a:pt x="468601" y="646373"/>
                </a:lnTo>
                <a:lnTo>
                  <a:pt x="430812" y="671283"/>
                </a:lnTo>
                <a:lnTo>
                  <a:pt x="394246" y="697834"/>
                </a:lnTo>
                <a:lnTo>
                  <a:pt x="358953" y="725972"/>
                </a:lnTo>
                <a:lnTo>
                  <a:pt x="324987" y="755646"/>
                </a:lnTo>
                <a:lnTo>
                  <a:pt x="292399" y="786803"/>
                </a:lnTo>
                <a:lnTo>
                  <a:pt x="261242" y="819391"/>
                </a:lnTo>
                <a:lnTo>
                  <a:pt x="231568" y="853357"/>
                </a:lnTo>
                <a:lnTo>
                  <a:pt x="203430" y="888649"/>
                </a:lnTo>
                <a:lnTo>
                  <a:pt x="176879" y="925216"/>
                </a:lnTo>
                <a:lnTo>
                  <a:pt x="151969" y="963004"/>
                </a:lnTo>
                <a:lnTo>
                  <a:pt x="128750" y="1001962"/>
                </a:lnTo>
                <a:lnTo>
                  <a:pt x="107277" y="1042037"/>
                </a:lnTo>
                <a:lnTo>
                  <a:pt x="87600" y="1083176"/>
                </a:lnTo>
                <a:lnTo>
                  <a:pt x="69773" y="1125328"/>
                </a:lnTo>
                <a:lnTo>
                  <a:pt x="53847" y="1168440"/>
                </a:lnTo>
                <a:lnTo>
                  <a:pt x="39874" y="1212460"/>
                </a:lnTo>
                <a:lnTo>
                  <a:pt x="27908" y="1257336"/>
                </a:lnTo>
                <a:lnTo>
                  <a:pt x="18001" y="1303015"/>
                </a:lnTo>
                <a:lnTo>
                  <a:pt x="10204" y="1349445"/>
                </a:lnTo>
                <a:lnTo>
                  <a:pt x="4569" y="1396574"/>
                </a:lnTo>
                <a:lnTo>
                  <a:pt x="1149" y="1444408"/>
                </a:lnTo>
                <a:lnTo>
                  <a:pt x="0" y="1492718"/>
                </a:lnTo>
                <a:lnTo>
                  <a:pt x="4272812" y="1492718"/>
                </a:lnTo>
                <a:lnTo>
                  <a:pt x="4272042" y="1444349"/>
                </a:lnTo>
                <a:lnTo>
                  <a:pt x="4269759" y="1396481"/>
                </a:lnTo>
                <a:lnTo>
                  <a:pt x="4265979" y="1348960"/>
                </a:lnTo>
                <a:lnTo>
                  <a:pt x="4260726" y="1301869"/>
                </a:lnTo>
                <a:lnTo>
                  <a:pt x="4254024" y="1255230"/>
                </a:lnTo>
                <a:lnTo>
                  <a:pt x="4245896" y="1209068"/>
                </a:lnTo>
                <a:lnTo>
                  <a:pt x="4236365" y="1163404"/>
                </a:lnTo>
                <a:lnTo>
                  <a:pt x="4225455" y="1118263"/>
                </a:lnTo>
                <a:lnTo>
                  <a:pt x="4213189" y="1073667"/>
                </a:lnTo>
                <a:lnTo>
                  <a:pt x="4199590" y="1029640"/>
                </a:lnTo>
                <a:lnTo>
                  <a:pt x="4184680" y="986204"/>
                </a:lnTo>
                <a:lnTo>
                  <a:pt x="4168484" y="943384"/>
                </a:lnTo>
                <a:lnTo>
                  <a:pt x="4151024" y="901201"/>
                </a:lnTo>
                <a:lnTo>
                  <a:pt x="4132324" y="859680"/>
                </a:lnTo>
                <a:lnTo>
                  <a:pt x="4112406" y="818843"/>
                </a:lnTo>
                <a:lnTo>
                  <a:pt x="4091294" y="778714"/>
                </a:lnTo>
                <a:lnTo>
                  <a:pt x="4069012" y="739315"/>
                </a:lnTo>
                <a:lnTo>
                  <a:pt x="4045581" y="700671"/>
                </a:lnTo>
                <a:lnTo>
                  <a:pt x="4021026" y="662803"/>
                </a:lnTo>
                <a:lnTo>
                  <a:pt x="1543418" y="656524"/>
                </a:lnTo>
                <a:lnTo>
                  <a:pt x="1503607" y="631824"/>
                </a:lnTo>
                <a:lnTo>
                  <a:pt x="1462586" y="608961"/>
                </a:lnTo>
                <a:lnTo>
                  <a:pt x="1420411" y="587995"/>
                </a:lnTo>
                <a:lnTo>
                  <a:pt x="1377140" y="568984"/>
                </a:lnTo>
                <a:lnTo>
                  <a:pt x="1332829" y="551988"/>
                </a:lnTo>
                <a:lnTo>
                  <a:pt x="1287535" y="537066"/>
                </a:lnTo>
                <a:lnTo>
                  <a:pt x="1241315" y="524277"/>
                </a:lnTo>
                <a:lnTo>
                  <a:pt x="1194226" y="513680"/>
                </a:lnTo>
                <a:lnTo>
                  <a:pt x="1146325" y="505335"/>
                </a:lnTo>
                <a:lnTo>
                  <a:pt x="1097668" y="499301"/>
                </a:lnTo>
                <a:lnTo>
                  <a:pt x="1048312" y="495638"/>
                </a:lnTo>
                <a:lnTo>
                  <a:pt x="998315" y="494403"/>
                </a:lnTo>
                <a:close/>
              </a:path>
              <a:path extrusionOk="0" h="1492885" w="4272915">
                <a:moveTo>
                  <a:pt x="2780093" y="0"/>
                </a:moveTo>
                <a:lnTo>
                  <a:pt x="2728844" y="863"/>
                </a:lnTo>
                <a:lnTo>
                  <a:pt x="2678029" y="3434"/>
                </a:lnTo>
                <a:lnTo>
                  <a:pt x="2627674" y="7686"/>
                </a:lnTo>
                <a:lnTo>
                  <a:pt x="2577808" y="13591"/>
                </a:lnTo>
                <a:lnTo>
                  <a:pt x="2528459" y="21120"/>
                </a:lnTo>
                <a:lnTo>
                  <a:pt x="2479653" y="30247"/>
                </a:lnTo>
                <a:lnTo>
                  <a:pt x="2431419" y="40944"/>
                </a:lnTo>
                <a:lnTo>
                  <a:pt x="2383784" y="53182"/>
                </a:lnTo>
                <a:lnTo>
                  <a:pt x="2336776" y="66935"/>
                </a:lnTo>
                <a:lnTo>
                  <a:pt x="2290422" y="82175"/>
                </a:lnTo>
                <a:lnTo>
                  <a:pt x="2244751" y="98874"/>
                </a:lnTo>
                <a:lnTo>
                  <a:pt x="2199790" y="117003"/>
                </a:lnTo>
                <a:lnTo>
                  <a:pt x="2155566" y="136537"/>
                </a:lnTo>
                <a:lnTo>
                  <a:pt x="2112107" y="157446"/>
                </a:lnTo>
                <a:lnTo>
                  <a:pt x="2069442" y="179703"/>
                </a:lnTo>
                <a:lnTo>
                  <a:pt x="2027597" y="203281"/>
                </a:lnTo>
                <a:lnTo>
                  <a:pt x="1986600" y="228152"/>
                </a:lnTo>
                <a:lnTo>
                  <a:pt x="1946479" y="254288"/>
                </a:lnTo>
                <a:lnTo>
                  <a:pt x="1907262" y="281662"/>
                </a:lnTo>
                <a:lnTo>
                  <a:pt x="1868975" y="310245"/>
                </a:lnTo>
                <a:lnTo>
                  <a:pt x="1831648" y="340010"/>
                </a:lnTo>
                <a:lnTo>
                  <a:pt x="1795307" y="370930"/>
                </a:lnTo>
                <a:lnTo>
                  <a:pt x="1759981" y="402976"/>
                </a:lnTo>
                <a:lnTo>
                  <a:pt x="1725696" y="436122"/>
                </a:lnTo>
                <a:lnTo>
                  <a:pt x="1692482" y="470339"/>
                </a:lnTo>
                <a:lnTo>
                  <a:pt x="1660364" y="505599"/>
                </a:lnTo>
                <a:lnTo>
                  <a:pt x="1629371" y="541876"/>
                </a:lnTo>
                <a:lnTo>
                  <a:pt x="1599531" y="579140"/>
                </a:lnTo>
                <a:lnTo>
                  <a:pt x="1570871" y="617366"/>
                </a:lnTo>
                <a:lnTo>
                  <a:pt x="1543418" y="656524"/>
                </a:lnTo>
                <a:lnTo>
                  <a:pt x="4016679" y="656524"/>
                </a:lnTo>
                <a:lnTo>
                  <a:pt x="3968634" y="589493"/>
                </a:lnTo>
                <a:lnTo>
                  <a:pt x="3940844" y="554096"/>
                </a:lnTo>
                <a:lnTo>
                  <a:pt x="3912022" y="519568"/>
                </a:lnTo>
                <a:lnTo>
                  <a:pt x="3882191" y="485934"/>
                </a:lnTo>
                <a:lnTo>
                  <a:pt x="3851375" y="453216"/>
                </a:lnTo>
                <a:lnTo>
                  <a:pt x="3819596" y="421437"/>
                </a:lnTo>
                <a:lnTo>
                  <a:pt x="3786877" y="390620"/>
                </a:lnTo>
                <a:lnTo>
                  <a:pt x="3753243" y="360789"/>
                </a:lnTo>
                <a:lnTo>
                  <a:pt x="3718716" y="331967"/>
                </a:lnTo>
                <a:lnTo>
                  <a:pt x="3683319" y="304177"/>
                </a:lnTo>
                <a:lnTo>
                  <a:pt x="3647075" y="277442"/>
                </a:lnTo>
                <a:lnTo>
                  <a:pt x="3610008" y="251786"/>
                </a:lnTo>
                <a:lnTo>
                  <a:pt x="3572140" y="227230"/>
                </a:lnTo>
                <a:lnTo>
                  <a:pt x="3533496" y="203800"/>
                </a:lnTo>
                <a:lnTo>
                  <a:pt x="3494098" y="181517"/>
                </a:lnTo>
                <a:lnTo>
                  <a:pt x="3453968" y="160405"/>
                </a:lnTo>
                <a:lnTo>
                  <a:pt x="3413131" y="140488"/>
                </a:lnTo>
                <a:lnTo>
                  <a:pt x="3371610" y="121787"/>
                </a:lnTo>
                <a:lnTo>
                  <a:pt x="3329428" y="104327"/>
                </a:lnTo>
                <a:lnTo>
                  <a:pt x="3286607" y="88131"/>
                </a:lnTo>
                <a:lnTo>
                  <a:pt x="3243172" y="73222"/>
                </a:lnTo>
                <a:lnTo>
                  <a:pt x="3199144" y="59622"/>
                </a:lnTo>
                <a:lnTo>
                  <a:pt x="3154549" y="47356"/>
                </a:lnTo>
                <a:lnTo>
                  <a:pt x="3109407" y="36446"/>
                </a:lnTo>
                <a:lnTo>
                  <a:pt x="3063744" y="26916"/>
                </a:lnTo>
                <a:lnTo>
                  <a:pt x="3017581" y="18788"/>
                </a:lnTo>
                <a:lnTo>
                  <a:pt x="2970943" y="12086"/>
                </a:lnTo>
                <a:lnTo>
                  <a:pt x="2923851" y="6833"/>
                </a:lnTo>
                <a:lnTo>
                  <a:pt x="2876331" y="3052"/>
                </a:lnTo>
                <a:lnTo>
                  <a:pt x="2828403" y="766"/>
                </a:lnTo>
                <a:lnTo>
                  <a:pt x="2780093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1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1" name="Google Shape;141;p63"/>
          <p:cNvSpPr/>
          <p:nvPr/>
        </p:nvSpPr>
        <p:spPr>
          <a:xfrm>
            <a:off x="8485234" y="-1356678"/>
            <a:ext cx="2957231" cy="1479016"/>
          </a:xfrm>
          <a:custGeom>
            <a:rect b="b" l="l" r="r" t="t"/>
            <a:pathLst>
              <a:path extrusionOk="0" h="46104" w="92183">
                <a:moveTo>
                  <a:pt x="1" y="1"/>
                </a:moveTo>
                <a:lnTo>
                  <a:pt x="1" y="1192"/>
                </a:lnTo>
                <a:lnTo>
                  <a:pt x="132" y="3549"/>
                </a:lnTo>
                <a:lnTo>
                  <a:pt x="358" y="5871"/>
                </a:lnTo>
                <a:lnTo>
                  <a:pt x="715" y="8157"/>
                </a:lnTo>
                <a:lnTo>
                  <a:pt x="1180" y="10407"/>
                </a:lnTo>
                <a:lnTo>
                  <a:pt x="1739" y="12610"/>
                </a:lnTo>
                <a:lnTo>
                  <a:pt x="2418" y="14777"/>
                </a:lnTo>
                <a:lnTo>
                  <a:pt x="3192" y="16896"/>
                </a:lnTo>
                <a:lnTo>
                  <a:pt x="4073" y="18956"/>
                </a:lnTo>
                <a:lnTo>
                  <a:pt x="5037" y="20969"/>
                </a:lnTo>
                <a:lnTo>
                  <a:pt x="6109" y="22933"/>
                </a:lnTo>
                <a:lnTo>
                  <a:pt x="7264" y="24838"/>
                </a:lnTo>
                <a:lnTo>
                  <a:pt x="8502" y="26672"/>
                </a:lnTo>
                <a:lnTo>
                  <a:pt x="9836" y="28446"/>
                </a:lnTo>
                <a:lnTo>
                  <a:pt x="11241" y="30161"/>
                </a:lnTo>
                <a:lnTo>
                  <a:pt x="12729" y="31792"/>
                </a:lnTo>
                <a:lnTo>
                  <a:pt x="14301" y="33364"/>
                </a:lnTo>
                <a:lnTo>
                  <a:pt x="15932" y="34852"/>
                </a:lnTo>
                <a:lnTo>
                  <a:pt x="17647" y="36257"/>
                </a:lnTo>
                <a:lnTo>
                  <a:pt x="19421" y="37590"/>
                </a:lnTo>
                <a:lnTo>
                  <a:pt x="21254" y="38829"/>
                </a:lnTo>
                <a:lnTo>
                  <a:pt x="23159" y="39984"/>
                </a:lnTo>
                <a:lnTo>
                  <a:pt x="25124" y="41055"/>
                </a:lnTo>
                <a:lnTo>
                  <a:pt x="27136" y="42020"/>
                </a:lnTo>
                <a:lnTo>
                  <a:pt x="29196" y="42901"/>
                </a:lnTo>
                <a:lnTo>
                  <a:pt x="31316" y="43675"/>
                </a:lnTo>
                <a:lnTo>
                  <a:pt x="33483" y="44353"/>
                </a:lnTo>
                <a:lnTo>
                  <a:pt x="35685" y="44925"/>
                </a:lnTo>
                <a:lnTo>
                  <a:pt x="37936" y="45377"/>
                </a:lnTo>
                <a:lnTo>
                  <a:pt x="40222" y="45735"/>
                </a:lnTo>
                <a:lnTo>
                  <a:pt x="42544" y="45973"/>
                </a:lnTo>
                <a:lnTo>
                  <a:pt x="44901" y="46092"/>
                </a:lnTo>
                <a:lnTo>
                  <a:pt x="46092" y="46104"/>
                </a:lnTo>
                <a:lnTo>
                  <a:pt x="47271" y="46092"/>
                </a:lnTo>
                <a:lnTo>
                  <a:pt x="49628" y="45973"/>
                </a:lnTo>
                <a:lnTo>
                  <a:pt x="51950" y="45735"/>
                </a:lnTo>
                <a:lnTo>
                  <a:pt x="54236" y="45377"/>
                </a:lnTo>
                <a:lnTo>
                  <a:pt x="56486" y="44925"/>
                </a:lnTo>
                <a:lnTo>
                  <a:pt x="58689" y="44353"/>
                </a:lnTo>
                <a:lnTo>
                  <a:pt x="60856" y="43675"/>
                </a:lnTo>
                <a:lnTo>
                  <a:pt x="62976" y="42901"/>
                </a:lnTo>
                <a:lnTo>
                  <a:pt x="65047" y="42020"/>
                </a:lnTo>
                <a:lnTo>
                  <a:pt x="67060" y="41055"/>
                </a:lnTo>
                <a:lnTo>
                  <a:pt x="69012" y="39984"/>
                </a:lnTo>
                <a:lnTo>
                  <a:pt x="70917" y="38829"/>
                </a:lnTo>
                <a:lnTo>
                  <a:pt x="72751" y="37590"/>
                </a:lnTo>
                <a:lnTo>
                  <a:pt x="74537" y="36257"/>
                </a:lnTo>
                <a:lnTo>
                  <a:pt x="76240" y="34852"/>
                </a:lnTo>
                <a:lnTo>
                  <a:pt x="77883" y="33364"/>
                </a:lnTo>
                <a:lnTo>
                  <a:pt x="79443" y="31792"/>
                </a:lnTo>
                <a:lnTo>
                  <a:pt x="80931" y="30161"/>
                </a:lnTo>
                <a:lnTo>
                  <a:pt x="82348" y="28446"/>
                </a:lnTo>
                <a:lnTo>
                  <a:pt x="83670" y="26672"/>
                </a:lnTo>
                <a:lnTo>
                  <a:pt x="84920" y="24838"/>
                </a:lnTo>
                <a:lnTo>
                  <a:pt x="86075" y="22933"/>
                </a:lnTo>
                <a:lnTo>
                  <a:pt x="87134" y="20969"/>
                </a:lnTo>
                <a:lnTo>
                  <a:pt x="88111" y="18956"/>
                </a:lnTo>
                <a:lnTo>
                  <a:pt x="88980" y="16896"/>
                </a:lnTo>
                <a:lnTo>
                  <a:pt x="89766" y="14777"/>
                </a:lnTo>
                <a:lnTo>
                  <a:pt x="90433" y="12610"/>
                </a:lnTo>
                <a:lnTo>
                  <a:pt x="91004" y="10407"/>
                </a:lnTo>
                <a:lnTo>
                  <a:pt x="91469" y="8157"/>
                </a:lnTo>
                <a:lnTo>
                  <a:pt x="91814" y="5871"/>
                </a:lnTo>
                <a:lnTo>
                  <a:pt x="92052" y="3549"/>
                </a:lnTo>
                <a:lnTo>
                  <a:pt x="92171" y="1192"/>
                </a:lnTo>
                <a:lnTo>
                  <a:pt x="92183" y="1"/>
                </a:lnTo>
                <a:lnTo>
                  <a:pt x="66369" y="1"/>
                </a:lnTo>
                <a:lnTo>
                  <a:pt x="66357" y="1049"/>
                </a:lnTo>
                <a:lnTo>
                  <a:pt x="66143" y="3097"/>
                </a:lnTo>
                <a:lnTo>
                  <a:pt x="65738" y="5073"/>
                </a:lnTo>
                <a:lnTo>
                  <a:pt x="65143" y="6978"/>
                </a:lnTo>
                <a:lnTo>
                  <a:pt x="64381" y="8788"/>
                </a:lnTo>
                <a:lnTo>
                  <a:pt x="63440" y="10514"/>
                </a:lnTo>
                <a:lnTo>
                  <a:pt x="62345" y="12134"/>
                </a:lnTo>
                <a:lnTo>
                  <a:pt x="61106" y="13634"/>
                </a:lnTo>
                <a:lnTo>
                  <a:pt x="59725" y="15015"/>
                </a:lnTo>
                <a:lnTo>
                  <a:pt x="58225" y="16254"/>
                </a:lnTo>
                <a:lnTo>
                  <a:pt x="56606" y="17349"/>
                </a:lnTo>
                <a:lnTo>
                  <a:pt x="54879" y="18290"/>
                </a:lnTo>
                <a:lnTo>
                  <a:pt x="53057" y="19064"/>
                </a:lnTo>
                <a:lnTo>
                  <a:pt x="51152" y="19659"/>
                </a:lnTo>
                <a:lnTo>
                  <a:pt x="49176" y="20064"/>
                </a:lnTo>
                <a:lnTo>
                  <a:pt x="47140" y="20266"/>
                </a:lnTo>
                <a:lnTo>
                  <a:pt x="46092" y="20290"/>
                </a:lnTo>
                <a:lnTo>
                  <a:pt x="45044" y="20266"/>
                </a:lnTo>
                <a:lnTo>
                  <a:pt x="43008" y="20064"/>
                </a:lnTo>
                <a:lnTo>
                  <a:pt x="41032" y="19659"/>
                </a:lnTo>
                <a:lnTo>
                  <a:pt x="39126" y="19064"/>
                </a:lnTo>
                <a:lnTo>
                  <a:pt x="37305" y="18290"/>
                </a:lnTo>
                <a:lnTo>
                  <a:pt x="35578" y="17349"/>
                </a:lnTo>
                <a:lnTo>
                  <a:pt x="33959" y="16254"/>
                </a:lnTo>
                <a:lnTo>
                  <a:pt x="32459" y="15015"/>
                </a:lnTo>
                <a:lnTo>
                  <a:pt x="31077" y="13634"/>
                </a:lnTo>
                <a:lnTo>
                  <a:pt x="29839" y="12134"/>
                </a:lnTo>
                <a:lnTo>
                  <a:pt x="28744" y="10514"/>
                </a:lnTo>
                <a:lnTo>
                  <a:pt x="27803" y="8788"/>
                </a:lnTo>
                <a:lnTo>
                  <a:pt x="27041" y="6978"/>
                </a:lnTo>
                <a:lnTo>
                  <a:pt x="26446" y="5073"/>
                </a:lnTo>
                <a:lnTo>
                  <a:pt x="26041" y="3097"/>
                </a:lnTo>
                <a:lnTo>
                  <a:pt x="25827" y="1049"/>
                </a:lnTo>
                <a:lnTo>
                  <a:pt x="25815" y="1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3"/>
          <p:cNvSpPr/>
          <p:nvPr/>
        </p:nvSpPr>
        <p:spPr>
          <a:xfrm>
            <a:off x="1102348" y="3665786"/>
            <a:ext cx="2957231" cy="1478631"/>
          </a:xfrm>
          <a:custGeom>
            <a:rect b="b" l="l" r="r" t="t"/>
            <a:pathLst>
              <a:path extrusionOk="0" h="46092" w="92183">
                <a:moveTo>
                  <a:pt x="44901" y="0"/>
                </a:moveTo>
                <a:lnTo>
                  <a:pt x="42543" y="119"/>
                </a:lnTo>
                <a:lnTo>
                  <a:pt x="40222" y="357"/>
                </a:lnTo>
                <a:lnTo>
                  <a:pt x="37935" y="715"/>
                </a:lnTo>
                <a:lnTo>
                  <a:pt x="35685" y="1167"/>
                </a:lnTo>
                <a:lnTo>
                  <a:pt x="33482" y="1739"/>
                </a:lnTo>
                <a:lnTo>
                  <a:pt x="31315" y="2417"/>
                </a:lnTo>
                <a:lnTo>
                  <a:pt x="29208" y="3191"/>
                </a:lnTo>
                <a:lnTo>
                  <a:pt x="27136" y="4072"/>
                </a:lnTo>
                <a:lnTo>
                  <a:pt x="25124" y="5037"/>
                </a:lnTo>
                <a:lnTo>
                  <a:pt x="23159" y="6108"/>
                </a:lnTo>
                <a:lnTo>
                  <a:pt x="21266" y="7263"/>
                </a:lnTo>
                <a:lnTo>
                  <a:pt x="19420" y="8513"/>
                </a:lnTo>
                <a:lnTo>
                  <a:pt x="17646" y="9835"/>
                </a:lnTo>
                <a:lnTo>
                  <a:pt x="15932" y="11252"/>
                </a:lnTo>
                <a:lnTo>
                  <a:pt x="14301" y="12740"/>
                </a:lnTo>
                <a:lnTo>
                  <a:pt x="12729" y="14300"/>
                </a:lnTo>
                <a:lnTo>
                  <a:pt x="11241" y="15943"/>
                </a:lnTo>
                <a:lnTo>
                  <a:pt x="9836" y="17646"/>
                </a:lnTo>
                <a:lnTo>
                  <a:pt x="8502" y="19420"/>
                </a:lnTo>
                <a:lnTo>
                  <a:pt x="7264" y="21266"/>
                </a:lnTo>
                <a:lnTo>
                  <a:pt x="6109" y="23171"/>
                </a:lnTo>
                <a:lnTo>
                  <a:pt x="5037" y="25123"/>
                </a:lnTo>
                <a:lnTo>
                  <a:pt x="4073" y="27136"/>
                </a:lnTo>
                <a:lnTo>
                  <a:pt x="3192" y="29207"/>
                </a:lnTo>
                <a:lnTo>
                  <a:pt x="2418" y="31327"/>
                </a:lnTo>
                <a:lnTo>
                  <a:pt x="1739" y="33494"/>
                </a:lnTo>
                <a:lnTo>
                  <a:pt x="1167" y="35697"/>
                </a:lnTo>
                <a:lnTo>
                  <a:pt x="715" y="37947"/>
                </a:lnTo>
                <a:lnTo>
                  <a:pt x="358" y="40233"/>
                </a:lnTo>
                <a:lnTo>
                  <a:pt x="120" y="42555"/>
                </a:lnTo>
                <a:lnTo>
                  <a:pt x="1" y="44900"/>
                </a:lnTo>
                <a:lnTo>
                  <a:pt x="1" y="46091"/>
                </a:lnTo>
                <a:lnTo>
                  <a:pt x="25802" y="46091"/>
                </a:lnTo>
                <a:lnTo>
                  <a:pt x="25826" y="45055"/>
                </a:lnTo>
                <a:lnTo>
                  <a:pt x="26029" y="43007"/>
                </a:lnTo>
                <a:lnTo>
                  <a:pt x="26434" y="41031"/>
                </a:lnTo>
                <a:lnTo>
                  <a:pt x="27029" y="39126"/>
                </a:lnTo>
                <a:lnTo>
                  <a:pt x="27803" y="37304"/>
                </a:lnTo>
                <a:lnTo>
                  <a:pt x="28743" y="35577"/>
                </a:lnTo>
                <a:lnTo>
                  <a:pt x="29839" y="33958"/>
                </a:lnTo>
                <a:lnTo>
                  <a:pt x="31077" y="32458"/>
                </a:lnTo>
                <a:lnTo>
                  <a:pt x="32458" y="31077"/>
                </a:lnTo>
                <a:lnTo>
                  <a:pt x="33959" y="29838"/>
                </a:lnTo>
                <a:lnTo>
                  <a:pt x="35578" y="28743"/>
                </a:lnTo>
                <a:lnTo>
                  <a:pt x="37304" y="27814"/>
                </a:lnTo>
                <a:lnTo>
                  <a:pt x="39126" y="27040"/>
                </a:lnTo>
                <a:lnTo>
                  <a:pt x="41019" y="26445"/>
                </a:lnTo>
                <a:lnTo>
                  <a:pt x="43008" y="26040"/>
                </a:lnTo>
                <a:lnTo>
                  <a:pt x="45044" y="25826"/>
                </a:lnTo>
                <a:lnTo>
                  <a:pt x="46092" y="25814"/>
                </a:lnTo>
                <a:lnTo>
                  <a:pt x="47139" y="25826"/>
                </a:lnTo>
                <a:lnTo>
                  <a:pt x="49175" y="26040"/>
                </a:lnTo>
                <a:lnTo>
                  <a:pt x="51152" y="26445"/>
                </a:lnTo>
                <a:lnTo>
                  <a:pt x="53057" y="27040"/>
                </a:lnTo>
                <a:lnTo>
                  <a:pt x="54879" y="27814"/>
                </a:lnTo>
                <a:lnTo>
                  <a:pt x="56605" y="28743"/>
                </a:lnTo>
                <a:lnTo>
                  <a:pt x="58225" y="29838"/>
                </a:lnTo>
                <a:lnTo>
                  <a:pt x="59725" y="31077"/>
                </a:lnTo>
                <a:lnTo>
                  <a:pt x="61106" y="32458"/>
                </a:lnTo>
                <a:lnTo>
                  <a:pt x="62344" y="33958"/>
                </a:lnTo>
                <a:lnTo>
                  <a:pt x="63440" y="35577"/>
                </a:lnTo>
                <a:lnTo>
                  <a:pt x="64380" y="37304"/>
                </a:lnTo>
                <a:lnTo>
                  <a:pt x="65142" y="39126"/>
                </a:lnTo>
                <a:lnTo>
                  <a:pt x="65738" y="41031"/>
                </a:lnTo>
                <a:lnTo>
                  <a:pt x="66143" y="43007"/>
                </a:lnTo>
                <a:lnTo>
                  <a:pt x="66357" y="45055"/>
                </a:lnTo>
                <a:lnTo>
                  <a:pt x="66369" y="46091"/>
                </a:lnTo>
                <a:lnTo>
                  <a:pt x="92183" y="46091"/>
                </a:lnTo>
                <a:lnTo>
                  <a:pt x="92171" y="44900"/>
                </a:lnTo>
                <a:lnTo>
                  <a:pt x="92052" y="42555"/>
                </a:lnTo>
                <a:lnTo>
                  <a:pt x="91813" y="40233"/>
                </a:lnTo>
                <a:lnTo>
                  <a:pt x="91468" y="37947"/>
                </a:lnTo>
                <a:lnTo>
                  <a:pt x="91004" y="35697"/>
                </a:lnTo>
                <a:lnTo>
                  <a:pt x="90444" y="33494"/>
                </a:lnTo>
                <a:lnTo>
                  <a:pt x="89766" y="31327"/>
                </a:lnTo>
                <a:lnTo>
                  <a:pt x="88992" y="29207"/>
                </a:lnTo>
                <a:lnTo>
                  <a:pt x="88110" y="27136"/>
                </a:lnTo>
                <a:lnTo>
                  <a:pt x="87134" y="25123"/>
                </a:lnTo>
                <a:lnTo>
                  <a:pt x="86074" y="23171"/>
                </a:lnTo>
                <a:lnTo>
                  <a:pt x="84919" y="21266"/>
                </a:lnTo>
                <a:lnTo>
                  <a:pt x="83669" y="19420"/>
                </a:lnTo>
                <a:lnTo>
                  <a:pt x="82348" y="17646"/>
                </a:lnTo>
                <a:lnTo>
                  <a:pt x="80931" y="15943"/>
                </a:lnTo>
                <a:lnTo>
                  <a:pt x="79442" y="14300"/>
                </a:lnTo>
                <a:lnTo>
                  <a:pt x="77883" y="12740"/>
                </a:lnTo>
                <a:lnTo>
                  <a:pt x="76239" y="11252"/>
                </a:lnTo>
                <a:lnTo>
                  <a:pt x="74537" y="9835"/>
                </a:lnTo>
                <a:lnTo>
                  <a:pt x="72763" y="8513"/>
                </a:lnTo>
                <a:lnTo>
                  <a:pt x="70917" y="7263"/>
                </a:lnTo>
                <a:lnTo>
                  <a:pt x="69024" y="6108"/>
                </a:lnTo>
                <a:lnTo>
                  <a:pt x="67059" y="5037"/>
                </a:lnTo>
                <a:lnTo>
                  <a:pt x="65047" y="4072"/>
                </a:lnTo>
                <a:lnTo>
                  <a:pt x="62975" y="3191"/>
                </a:lnTo>
                <a:lnTo>
                  <a:pt x="60856" y="2417"/>
                </a:lnTo>
                <a:lnTo>
                  <a:pt x="58701" y="1739"/>
                </a:lnTo>
                <a:lnTo>
                  <a:pt x="56486" y="1167"/>
                </a:lnTo>
                <a:lnTo>
                  <a:pt x="54236" y="715"/>
                </a:lnTo>
                <a:lnTo>
                  <a:pt x="51950" y="357"/>
                </a:lnTo>
                <a:lnTo>
                  <a:pt x="49628" y="119"/>
                </a:lnTo>
                <a:lnTo>
                  <a:pt x="47282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3"/>
          <p:cNvSpPr/>
          <p:nvPr/>
        </p:nvSpPr>
        <p:spPr>
          <a:xfrm>
            <a:off x="-2195142" y="3082515"/>
            <a:ext cx="4124141" cy="2061910"/>
          </a:xfrm>
          <a:custGeom>
            <a:rect b="b" l="l" r="r" t="t"/>
            <a:pathLst>
              <a:path extrusionOk="0" h="64274" w="128558">
                <a:moveTo>
                  <a:pt x="64273" y="1"/>
                </a:moveTo>
                <a:lnTo>
                  <a:pt x="62618" y="12"/>
                </a:lnTo>
                <a:lnTo>
                  <a:pt x="59332" y="179"/>
                </a:lnTo>
                <a:lnTo>
                  <a:pt x="56093" y="513"/>
                </a:lnTo>
                <a:lnTo>
                  <a:pt x="52914" y="1001"/>
                </a:lnTo>
                <a:lnTo>
                  <a:pt x="49771" y="1644"/>
                </a:lnTo>
                <a:lnTo>
                  <a:pt x="46699" y="2430"/>
                </a:lnTo>
                <a:lnTo>
                  <a:pt x="43675" y="3370"/>
                </a:lnTo>
                <a:lnTo>
                  <a:pt x="40722" y="4454"/>
                </a:lnTo>
                <a:lnTo>
                  <a:pt x="37840" y="5680"/>
                </a:lnTo>
                <a:lnTo>
                  <a:pt x="35030" y="7037"/>
                </a:lnTo>
                <a:lnTo>
                  <a:pt x="32304" y="8514"/>
                </a:lnTo>
                <a:lnTo>
                  <a:pt x="29648" y="10133"/>
                </a:lnTo>
                <a:lnTo>
                  <a:pt x="27088" y="11872"/>
                </a:lnTo>
                <a:lnTo>
                  <a:pt x="24612" y="13717"/>
                </a:lnTo>
                <a:lnTo>
                  <a:pt x="22231" y="15682"/>
                </a:lnTo>
                <a:lnTo>
                  <a:pt x="19944" y="17765"/>
                </a:lnTo>
                <a:lnTo>
                  <a:pt x="17765" y="19944"/>
                </a:lnTo>
                <a:lnTo>
                  <a:pt x="15682" y="22230"/>
                </a:lnTo>
                <a:lnTo>
                  <a:pt x="13717" y="24612"/>
                </a:lnTo>
                <a:lnTo>
                  <a:pt x="11872" y="27088"/>
                </a:lnTo>
                <a:lnTo>
                  <a:pt x="10133" y="29648"/>
                </a:lnTo>
                <a:lnTo>
                  <a:pt x="8514" y="32304"/>
                </a:lnTo>
                <a:lnTo>
                  <a:pt x="7038" y="35030"/>
                </a:lnTo>
                <a:lnTo>
                  <a:pt x="5680" y="37840"/>
                </a:lnTo>
                <a:lnTo>
                  <a:pt x="4454" y="40722"/>
                </a:lnTo>
                <a:lnTo>
                  <a:pt x="3370" y="43674"/>
                </a:lnTo>
                <a:lnTo>
                  <a:pt x="2430" y="46699"/>
                </a:lnTo>
                <a:lnTo>
                  <a:pt x="1644" y="49771"/>
                </a:lnTo>
                <a:lnTo>
                  <a:pt x="1001" y="52914"/>
                </a:lnTo>
                <a:lnTo>
                  <a:pt x="513" y="56093"/>
                </a:lnTo>
                <a:lnTo>
                  <a:pt x="179" y="59332"/>
                </a:lnTo>
                <a:lnTo>
                  <a:pt x="13" y="62618"/>
                </a:lnTo>
                <a:lnTo>
                  <a:pt x="1" y="64273"/>
                </a:lnTo>
                <a:lnTo>
                  <a:pt x="36007" y="64273"/>
                </a:lnTo>
                <a:lnTo>
                  <a:pt x="36007" y="63547"/>
                </a:lnTo>
                <a:lnTo>
                  <a:pt x="36078" y="62106"/>
                </a:lnTo>
                <a:lnTo>
                  <a:pt x="36233" y="60677"/>
                </a:lnTo>
                <a:lnTo>
                  <a:pt x="36447" y="59272"/>
                </a:lnTo>
                <a:lnTo>
                  <a:pt x="36721" y="57903"/>
                </a:lnTo>
                <a:lnTo>
                  <a:pt x="37078" y="56546"/>
                </a:lnTo>
                <a:lnTo>
                  <a:pt x="37483" y="55212"/>
                </a:lnTo>
                <a:lnTo>
                  <a:pt x="37959" y="53914"/>
                </a:lnTo>
                <a:lnTo>
                  <a:pt x="38507" y="52652"/>
                </a:lnTo>
                <a:lnTo>
                  <a:pt x="39102" y="51414"/>
                </a:lnTo>
                <a:lnTo>
                  <a:pt x="39757" y="50211"/>
                </a:lnTo>
                <a:lnTo>
                  <a:pt x="40460" y="49044"/>
                </a:lnTo>
                <a:lnTo>
                  <a:pt x="41222" y="47913"/>
                </a:lnTo>
                <a:lnTo>
                  <a:pt x="42043" y="46830"/>
                </a:lnTo>
                <a:lnTo>
                  <a:pt x="42901" y="45782"/>
                </a:lnTo>
                <a:lnTo>
                  <a:pt x="43817" y="44770"/>
                </a:lnTo>
                <a:lnTo>
                  <a:pt x="44782" y="43817"/>
                </a:lnTo>
                <a:lnTo>
                  <a:pt x="45782" y="42900"/>
                </a:lnTo>
                <a:lnTo>
                  <a:pt x="46830" y="42031"/>
                </a:lnTo>
                <a:lnTo>
                  <a:pt x="47925" y="41222"/>
                </a:lnTo>
                <a:lnTo>
                  <a:pt x="49056" y="40460"/>
                </a:lnTo>
                <a:lnTo>
                  <a:pt x="50211" y="39745"/>
                </a:lnTo>
                <a:lnTo>
                  <a:pt x="51414" y="39090"/>
                </a:lnTo>
                <a:lnTo>
                  <a:pt x="52652" y="38495"/>
                </a:lnTo>
                <a:lnTo>
                  <a:pt x="53926" y="37959"/>
                </a:lnTo>
                <a:lnTo>
                  <a:pt x="55224" y="37483"/>
                </a:lnTo>
                <a:lnTo>
                  <a:pt x="56546" y="37066"/>
                </a:lnTo>
                <a:lnTo>
                  <a:pt x="57903" y="36721"/>
                </a:lnTo>
                <a:lnTo>
                  <a:pt x="59284" y="36435"/>
                </a:lnTo>
                <a:lnTo>
                  <a:pt x="60689" y="36221"/>
                </a:lnTo>
                <a:lnTo>
                  <a:pt x="62106" y="36078"/>
                </a:lnTo>
                <a:lnTo>
                  <a:pt x="63547" y="36006"/>
                </a:lnTo>
                <a:lnTo>
                  <a:pt x="64285" y="35995"/>
                </a:lnTo>
                <a:lnTo>
                  <a:pt x="65011" y="36006"/>
                </a:lnTo>
                <a:lnTo>
                  <a:pt x="66452" y="36078"/>
                </a:lnTo>
                <a:lnTo>
                  <a:pt x="67881" y="36221"/>
                </a:lnTo>
                <a:lnTo>
                  <a:pt x="69274" y="36435"/>
                </a:lnTo>
                <a:lnTo>
                  <a:pt x="70655" y="36721"/>
                </a:lnTo>
                <a:lnTo>
                  <a:pt x="72013" y="37066"/>
                </a:lnTo>
                <a:lnTo>
                  <a:pt x="73334" y="37483"/>
                </a:lnTo>
                <a:lnTo>
                  <a:pt x="74644" y="37959"/>
                </a:lnTo>
                <a:lnTo>
                  <a:pt x="75906" y="38495"/>
                </a:lnTo>
                <a:lnTo>
                  <a:pt x="77144" y="39090"/>
                </a:lnTo>
                <a:lnTo>
                  <a:pt x="78347" y="39745"/>
                </a:lnTo>
                <a:lnTo>
                  <a:pt x="79514" y="40460"/>
                </a:lnTo>
                <a:lnTo>
                  <a:pt x="80645" y="41222"/>
                </a:lnTo>
                <a:lnTo>
                  <a:pt x="81729" y="42031"/>
                </a:lnTo>
                <a:lnTo>
                  <a:pt x="82776" y="42900"/>
                </a:lnTo>
                <a:lnTo>
                  <a:pt x="83776" y="43817"/>
                </a:lnTo>
                <a:lnTo>
                  <a:pt x="84741" y="44770"/>
                </a:lnTo>
                <a:lnTo>
                  <a:pt x="85658" y="45782"/>
                </a:lnTo>
                <a:lnTo>
                  <a:pt x="86515" y="46830"/>
                </a:lnTo>
                <a:lnTo>
                  <a:pt x="87337" y="47913"/>
                </a:lnTo>
                <a:lnTo>
                  <a:pt x="88099" y="49044"/>
                </a:lnTo>
                <a:lnTo>
                  <a:pt x="88813" y="50211"/>
                </a:lnTo>
                <a:lnTo>
                  <a:pt x="89468" y="51414"/>
                </a:lnTo>
                <a:lnTo>
                  <a:pt x="90063" y="52652"/>
                </a:lnTo>
                <a:lnTo>
                  <a:pt x="90599" y="53914"/>
                </a:lnTo>
                <a:lnTo>
                  <a:pt x="91075" y="55212"/>
                </a:lnTo>
                <a:lnTo>
                  <a:pt x="91492" y="56546"/>
                </a:lnTo>
                <a:lnTo>
                  <a:pt x="91837" y="57891"/>
                </a:lnTo>
                <a:lnTo>
                  <a:pt x="92123" y="59272"/>
                </a:lnTo>
                <a:lnTo>
                  <a:pt x="92337" y="60677"/>
                </a:lnTo>
                <a:lnTo>
                  <a:pt x="92480" y="62106"/>
                </a:lnTo>
                <a:lnTo>
                  <a:pt x="92552" y="63547"/>
                </a:lnTo>
                <a:lnTo>
                  <a:pt x="92564" y="64273"/>
                </a:lnTo>
                <a:lnTo>
                  <a:pt x="128558" y="64273"/>
                </a:lnTo>
                <a:lnTo>
                  <a:pt x="128546" y="62618"/>
                </a:lnTo>
                <a:lnTo>
                  <a:pt x="128379" y="59332"/>
                </a:lnTo>
                <a:lnTo>
                  <a:pt x="128046" y="56093"/>
                </a:lnTo>
                <a:lnTo>
                  <a:pt x="127558" y="52914"/>
                </a:lnTo>
                <a:lnTo>
                  <a:pt x="126915" y="49771"/>
                </a:lnTo>
                <a:lnTo>
                  <a:pt x="126117" y="46699"/>
                </a:lnTo>
                <a:lnTo>
                  <a:pt x="125176" y="43674"/>
                </a:lnTo>
                <a:lnTo>
                  <a:pt x="124093" y="40722"/>
                </a:lnTo>
                <a:lnTo>
                  <a:pt x="122878" y="37840"/>
                </a:lnTo>
                <a:lnTo>
                  <a:pt x="121521" y="35030"/>
                </a:lnTo>
                <a:lnTo>
                  <a:pt x="120033" y="32304"/>
                </a:lnTo>
                <a:lnTo>
                  <a:pt x="118425" y="29648"/>
                </a:lnTo>
                <a:lnTo>
                  <a:pt x="116687" y="27088"/>
                </a:lnTo>
                <a:lnTo>
                  <a:pt x="114829" y="24612"/>
                </a:lnTo>
                <a:lnTo>
                  <a:pt x="112865" y="22230"/>
                </a:lnTo>
                <a:lnTo>
                  <a:pt x="110793" y="19944"/>
                </a:lnTo>
                <a:lnTo>
                  <a:pt x="108602" y="17765"/>
                </a:lnTo>
                <a:lnTo>
                  <a:pt x="106328" y="15682"/>
                </a:lnTo>
                <a:lnTo>
                  <a:pt x="103947" y="13717"/>
                </a:lnTo>
                <a:lnTo>
                  <a:pt x="101470" y="11872"/>
                </a:lnTo>
                <a:lnTo>
                  <a:pt x="98898" y="10133"/>
                </a:lnTo>
                <a:lnTo>
                  <a:pt x="96255" y="8514"/>
                </a:lnTo>
                <a:lnTo>
                  <a:pt x="93516" y="7037"/>
                </a:lnTo>
                <a:lnTo>
                  <a:pt x="90706" y="5680"/>
                </a:lnTo>
                <a:lnTo>
                  <a:pt x="87825" y="4454"/>
                </a:lnTo>
                <a:lnTo>
                  <a:pt x="84872" y="3370"/>
                </a:lnTo>
                <a:lnTo>
                  <a:pt x="81859" y="2430"/>
                </a:lnTo>
                <a:lnTo>
                  <a:pt x="78776" y="1644"/>
                </a:lnTo>
                <a:lnTo>
                  <a:pt x="75644" y="1001"/>
                </a:lnTo>
                <a:lnTo>
                  <a:pt x="72453" y="513"/>
                </a:lnTo>
                <a:lnTo>
                  <a:pt x="69215" y="179"/>
                </a:lnTo>
                <a:lnTo>
                  <a:pt x="65940" y="12"/>
                </a:lnTo>
                <a:lnTo>
                  <a:pt x="64273" y="1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3"/>
          <p:cNvSpPr/>
          <p:nvPr/>
        </p:nvSpPr>
        <p:spPr>
          <a:xfrm>
            <a:off x="1529392" y="3528261"/>
            <a:ext cx="123027" cy="123027"/>
          </a:xfrm>
          <a:custGeom>
            <a:rect b="b" l="l" r="r" t="t"/>
            <a:pathLst>
              <a:path extrusionOk="0" fill="none" h="3835" w="3835">
                <a:moveTo>
                  <a:pt x="322" y="870"/>
                </a:moveTo>
                <a:lnTo>
                  <a:pt x="500" y="608"/>
                </a:lnTo>
                <a:lnTo>
                  <a:pt x="953" y="251"/>
                </a:lnTo>
                <a:lnTo>
                  <a:pt x="1465" y="48"/>
                </a:lnTo>
                <a:lnTo>
                  <a:pt x="2013" y="1"/>
                </a:lnTo>
                <a:lnTo>
                  <a:pt x="2536" y="108"/>
                </a:lnTo>
                <a:lnTo>
                  <a:pt x="3025" y="346"/>
                </a:lnTo>
                <a:lnTo>
                  <a:pt x="3429" y="727"/>
                </a:lnTo>
                <a:lnTo>
                  <a:pt x="3703" y="1239"/>
                </a:lnTo>
                <a:lnTo>
                  <a:pt x="3787" y="1537"/>
                </a:lnTo>
                <a:lnTo>
                  <a:pt x="3834" y="1846"/>
                </a:lnTo>
                <a:lnTo>
                  <a:pt x="3775" y="2430"/>
                </a:lnTo>
                <a:lnTo>
                  <a:pt x="3549" y="2930"/>
                </a:lnTo>
                <a:lnTo>
                  <a:pt x="3203" y="3346"/>
                </a:lnTo>
                <a:lnTo>
                  <a:pt x="2751" y="3644"/>
                </a:lnTo>
                <a:lnTo>
                  <a:pt x="2239" y="3811"/>
                </a:lnTo>
                <a:lnTo>
                  <a:pt x="1679" y="3835"/>
                </a:lnTo>
                <a:lnTo>
                  <a:pt x="1131" y="3680"/>
                </a:lnTo>
                <a:lnTo>
                  <a:pt x="858" y="3513"/>
                </a:lnTo>
                <a:lnTo>
                  <a:pt x="691" y="3406"/>
                </a:lnTo>
                <a:lnTo>
                  <a:pt x="429" y="3132"/>
                </a:lnTo>
                <a:lnTo>
                  <a:pt x="215" y="2823"/>
                </a:lnTo>
                <a:lnTo>
                  <a:pt x="84" y="2477"/>
                </a:lnTo>
                <a:lnTo>
                  <a:pt x="0" y="2120"/>
                </a:lnTo>
                <a:lnTo>
                  <a:pt x="0" y="1751"/>
                </a:lnTo>
                <a:lnTo>
                  <a:pt x="72" y="1382"/>
                </a:lnTo>
                <a:lnTo>
                  <a:pt x="215" y="1037"/>
                </a:lnTo>
                <a:lnTo>
                  <a:pt x="322" y="870"/>
                </a:lnTo>
                <a:close/>
              </a:path>
            </a:pathLst>
          </a:custGeom>
          <a:noFill/>
          <a:ln cap="flat" cmpd="sng" w="9525">
            <a:solidFill>
              <a:srgbClr val="3D6886"/>
            </a:solidFill>
            <a:prstDash val="solid"/>
            <a:miter lim="119067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3"/>
          <p:cNvSpPr/>
          <p:nvPr/>
        </p:nvSpPr>
        <p:spPr>
          <a:xfrm>
            <a:off x="1601956" y="3698251"/>
            <a:ext cx="79494" cy="79077"/>
          </a:xfrm>
          <a:custGeom>
            <a:rect b="b" l="l" r="r" t="t"/>
            <a:pathLst>
              <a:path extrusionOk="0" h="2465" w="2478">
                <a:moveTo>
                  <a:pt x="1298" y="0"/>
                </a:moveTo>
                <a:lnTo>
                  <a:pt x="953" y="24"/>
                </a:lnTo>
                <a:lnTo>
                  <a:pt x="620" y="155"/>
                </a:lnTo>
                <a:lnTo>
                  <a:pt x="334" y="393"/>
                </a:lnTo>
                <a:lnTo>
                  <a:pt x="215" y="548"/>
                </a:lnTo>
                <a:lnTo>
                  <a:pt x="84" y="774"/>
                </a:lnTo>
                <a:lnTo>
                  <a:pt x="1" y="1238"/>
                </a:lnTo>
                <a:lnTo>
                  <a:pt x="96" y="1703"/>
                </a:lnTo>
                <a:lnTo>
                  <a:pt x="358" y="2108"/>
                </a:lnTo>
                <a:lnTo>
                  <a:pt x="560" y="2262"/>
                </a:lnTo>
                <a:lnTo>
                  <a:pt x="727" y="2358"/>
                </a:lnTo>
                <a:lnTo>
                  <a:pt x="1096" y="2465"/>
                </a:lnTo>
                <a:lnTo>
                  <a:pt x="1441" y="2453"/>
                </a:lnTo>
                <a:lnTo>
                  <a:pt x="1775" y="2346"/>
                </a:lnTo>
                <a:lnTo>
                  <a:pt x="2060" y="2143"/>
                </a:lnTo>
                <a:lnTo>
                  <a:pt x="2287" y="1881"/>
                </a:lnTo>
                <a:lnTo>
                  <a:pt x="2430" y="1560"/>
                </a:lnTo>
                <a:lnTo>
                  <a:pt x="2477" y="1179"/>
                </a:lnTo>
                <a:lnTo>
                  <a:pt x="2441" y="988"/>
                </a:lnTo>
                <a:lnTo>
                  <a:pt x="2394" y="786"/>
                </a:lnTo>
                <a:lnTo>
                  <a:pt x="2215" y="465"/>
                </a:lnTo>
                <a:lnTo>
                  <a:pt x="1953" y="215"/>
                </a:lnTo>
                <a:lnTo>
                  <a:pt x="1644" y="60"/>
                </a:lnTo>
                <a:lnTo>
                  <a:pt x="1298" y="0"/>
                </a:lnTo>
                <a:close/>
              </a:path>
            </a:pathLst>
          </a:custGeom>
          <a:solidFill>
            <a:srgbClr val="0A678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3"/>
          <p:cNvSpPr/>
          <p:nvPr/>
        </p:nvSpPr>
        <p:spPr>
          <a:xfrm>
            <a:off x="1726873" y="3635599"/>
            <a:ext cx="79462" cy="79109"/>
          </a:xfrm>
          <a:custGeom>
            <a:rect b="b" l="l" r="r" t="t"/>
            <a:pathLst>
              <a:path extrusionOk="0" fill="none" h="2466" w="2477">
                <a:moveTo>
                  <a:pt x="214" y="548"/>
                </a:moveTo>
                <a:lnTo>
                  <a:pt x="333" y="393"/>
                </a:lnTo>
                <a:lnTo>
                  <a:pt x="631" y="155"/>
                </a:lnTo>
                <a:lnTo>
                  <a:pt x="965" y="24"/>
                </a:lnTo>
                <a:lnTo>
                  <a:pt x="1310" y="0"/>
                </a:lnTo>
                <a:lnTo>
                  <a:pt x="1655" y="60"/>
                </a:lnTo>
                <a:lnTo>
                  <a:pt x="1965" y="227"/>
                </a:lnTo>
                <a:lnTo>
                  <a:pt x="2215" y="465"/>
                </a:lnTo>
                <a:lnTo>
                  <a:pt x="2405" y="798"/>
                </a:lnTo>
                <a:lnTo>
                  <a:pt x="2453" y="989"/>
                </a:lnTo>
                <a:lnTo>
                  <a:pt x="2477" y="1191"/>
                </a:lnTo>
                <a:lnTo>
                  <a:pt x="2441" y="1560"/>
                </a:lnTo>
                <a:lnTo>
                  <a:pt x="2298" y="1882"/>
                </a:lnTo>
                <a:lnTo>
                  <a:pt x="2072" y="2156"/>
                </a:lnTo>
                <a:lnTo>
                  <a:pt x="1774" y="2346"/>
                </a:lnTo>
                <a:lnTo>
                  <a:pt x="1441" y="2453"/>
                </a:lnTo>
                <a:lnTo>
                  <a:pt x="1096" y="2465"/>
                </a:lnTo>
                <a:lnTo>
                  <a:pt x="738" y="2358"/>
                </a:lnTo>
                <a:lnTo>
                  <a:pt x="560" y="2251"/>
                </a:lnTo>
                <a:lnTo>
                  <a:pt x="357" y="2096"/>
                </a:lnTo>
                <a:lnTo>
                  <a:pt x="95" y="1703"/>
                </a:lnTo>
                <a:lnTo>
                  <a:pt x="0" y="1239"/>
                </a:lnTo>
                <a:lnTo>
                  <a:pt x="95" y="763"/>
                </a:lnTo>
                <a:lnTo>
                  <a:pt x="214" y="548"/>
                </a:lnTo>
                <a:close/>
              </a:path>
            </a:pathLst>
          </a:custGeom>
          <a:noFill/>
          <a:ln cap="flat" cmpd="sng" w="9525">
            <a:solidFill>
              <a:srgbClr val="3D6886"/>
            </a:solidFill>
            <a:prstDash val="solid"/>
            <a:miter lim="119067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3"/>
          <p:cNvSpPr/>
          <p:nvPr/>
        </p:nvSpPr>
        <p:spPr>
          <a:xfrm>
            <a:off x="-2380614" y="-1222424"/>
            <a:ext cx="2913725" cy="1942429"/>
          </a:xfrm>
          <a:custGeom>
            <a:rect b="b" l="l" r="r" t="t"/>
            <a:pathLst>
              <a:path extrusionOk="0" h="59689" w="89536">
                <a:moveTo>
                  <a:pt x="1" y="1"/>
                </a:moveTo>
                <a:lnTo>
                  <a:pt x="167" y="56043"/>
                </a:lnTo>
                <a:cubicBezTo>
                  <a:pt x="4868" y="58440"/>
                  <a:pt x="10058" y="59689"/>
                  <a:pt x="15336" y="59689"/>
                </a:cubicBezTo>
                <a:cubicBezTo>
                  <a:pt x="15459" y="59689"/>
                  <a:pt x="15582" y="59688"/>
                  <a:pt x="15705" y="59687"/>
                </a:cubicBezTo>
                <a:cubicBezTo>
                  <a:pt x="33374" y="59496"/>
                  <a:pt x="47804" y="45768"/>
                  <a:pt x="49090" y="28373"/>
                </a:cubicBezTo>
                <a:cubicBezTo>
                  <a:pt x="53406" y="32317"/>
                  <a:pt x="58884" y="34307"/>
                  <a:pt x="64372" y="34307"/>
                </a:cubicBezTo>
                <a:cubicBezTo>
                  <a:pt x="69437" y="34307"/>
                  <a:pt x="74512" y="32612"/>
                  <a:pt x="78689" y="29195"/>
                </a:cubicBezTo>
                <a:cubicBezTo>
                  <a:pt x="87381" y="22087"/>
                  <a:pt x="89536" y="9657"/>
                  <a:pt x="83749" y="24"/>
                </a:cubicBezTo>
                <a:lnTo>
                  <a:pt x="1" y="1"/>
                </a:lnTo>
                <a:close/>
              </a:path>
            </a:pathLst>
          </a:custGeom>
          <a:solidFill>
            <a:srgbClr val="E3EFE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3"/>
          <p:cNvSpPr/>
          <p:nvPr/>
        </p:nvSpPr>
        <p:spPr>
          <a:xfrm>
            <a:off x="4791499" y="2240289"/>
            <a:ext cx="4436844" cy="2967681"/>
          </a:xfrm>
          <a:custGeom>
            <a:rect b="b" l="l" r="r" t="t"/>
            <a:pathLst>
              <a:path extrusionOk="0" h="91194" w="136340">
                <a:moveTo>
                  <a:pt x="122282" y="0"/>
                </a:moveTo>
                <a:cubicBezTo>
                  <a:pt x="122063" y="0"/>
                  <a:pt x="121843" y="2"/>
                  <a:pt x="121623" y="4"/>
                </a:cubicBezTo>
                <a:cubicBezTo>
                  <a:pt x="92334" y="314"/>
                  <a:pt x="68426" y="23078"/>
                  <a:pt x="66283" y="51892"/>
                </a:cubicBezTo>
                <a:cubicBezTo>
                  <a:pt x="59177" y="45371"/>
                  <a:pt x="50085" y="42029"/>
                  <a:pt x="40932" y="42029"/>
                </a:cubicBezTo>
                <a:cubicBezTo>
                  <a:pt x="33908" y="42029"/>
                  <a:pt x="26848" y="43998"/>
                  <a:pt x="20623" y="48010"/>
                </a:cubicBezTo>
                <a:cubicBezTo>
                  <a:pt x="6299" y="57249"/>
                  <a:pt x="1" y="74990"/>
                  <a:pt x="5311" y="91194"/>
                </a:cubicBezTo>
                <a:lnTo>
                  <a:pt x="136339" y="91182"/>
                </a:lnTo>
                <a:lnTo>
                  <a:pt x="136185" y="1790"/>
                </a:lnTo>
                <a:cubicBezTo>
                  <a:pt x="131646" y="607"/>
                  <a:pt x="126978" y="0"/>
                  <a:pt x="122282" y="0"/>
                </a:cubicBezTo>
                <a:close/>
              </a:path>
            </a:pathLst>
          </a:custGeom>
          <a:solidFill>
            <a:srgbClr val="E3EFE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3"/>
          <p:cNvSpPr txBox="1"/>
          <p:nvPr>
            <p:ph type="ctrTitle"/>
          </p:nvPr>
        </p:nvSpPr>
        <p:spPr>
          <a:xfrm>
            <a:off x="1376650" y="1496325"/>
            <a:ext cx="6005100" cy="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0" name="Google Shape;150;p63"/>
          <p:cNvSpPr txBox="1"/>
          <p:nvPr>
            <p:ph idx="2" type="title"/>
          </p:nvPr>
        </p:nvSpPr>
        <p:spPr>
          <a:xfrm>
            <a:off x="1376650" y="2656950"/>
            <a:ext cx="1972800" cy="392400"/>
          </a:xfrm>
          <a:prstGeom prst="rect">
            <a:avLst/>
          </a:prstGeom>
          <a:solidFill>
            <a:srgbClr val="F6F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1400"/>
              <a:buFont typeface="Lato"/>
              <a:buNone/>
              <a:defRPr b="1" sz="14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63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3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3" name="Google Shape;153;p63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154" name="Google Shape;154;p63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3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63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3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63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3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3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3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3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63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3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3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63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3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8" name="Google Shape;168;p63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169" name="Google Shape;169;p63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63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63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63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3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3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3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3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3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3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3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3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3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4"/>
          <p:cNvSpPr/>
          <p:nvPr/>
        </p:nvSpPr>
        <p:spPr>
          <a:xfrm>
            <a:off x="6087609" y="759090"/>
            <a:ext cx="1944176" cy="679263"/>
          </a:xfrm>
          <a:custGeom>
            <a:rect b="b" l="l" r="r" t="t"/>
            <a:pathLst>
              <a:path extrusionOk="0" h="1492885" w="4272915">
                <a:moveTo>
                  <a:pt x="998315" y="494403"/>
                </a:moveTo>
                <a:lnTo>
                  <a:pt x="949945" y="495555"/>
                </a:lnTo>
                <a:lnTo>
                  <a:pt x="902170" y="498973"/>
                </a:lnTo>
                <a:lnTo>
                  <a:pt x="855041" y="504607"/>
                </a:lnTo>
                <a:lnTo>
                  <a:pt x="808611" y="512404"/>
                </a:lnTo>
                <a:lnTo>
                  <a:pt x="762932" y="522312"/>
                </a:lnTo>
                <a:lnTo>
                  <a:pt x="718057" y="534278"/>
                </a:lnTo>
                <a:lnTo>
                  <a:pt x="674037" y="548250"/>
                </a:lnTo>
                <a:lnTo>
                  <a:pt x="630924" y="564176"/>
                </a:lnTo>
                <a:lnTo>
                  <a:pt x="588772" y="582004"/>
                </a:lnTo>
                <a:lnTo>
                  <a:pt x="547633" y="601681"/>
                </a:lnTo>
                <a:lnTo>
                  <a:pt x="507558" y="623154"/>
                </a:lnTo>
                <a:lnTo>
                  <a:pt x="468601" y="646373"/>
                </a:lnTo>
                <a:lnTo>
                  <a:pt x="430812" y="671283"/>
                </a:lnTo>
                <a:lnTo>
                  <a:pt x="394246" y="697834"/>
                </a:lnTo>
                <a:lnTo>
                  <a:pt x="358953" y="725972"/>
                </a:lnTo>
                <a:lnTo>
                  <a:pt x="324987" y="755646"/>
                </a:lnTo>
                <a:lnTo>
                  <a:pt x="292399" y="786803"/>
                </a:lnTo>
                <a:lnTo>
                  <a:pt x="261242" y="819391"/>
                </a:lnTo>
                <a:lnTo>
                  <a:pt x="231568" y="853357"/>
                </a:lnTo>
                <a:lnTo>
                  <a:pt x="203430" y="888649"/>
                </a:lnTo>
                <a:lnTo>
                  <a:pt x="176879" y="925216"/>
                </a:lnTo>
                <a:lnTo>
                  <a:pt x="151969" y="963004"/>
                </a:lnTo>
                <a:lnTo>
                  <a:pt x="128750" y="1001962"/>
                </a:lnTo>
                <a:lnTo>
                  <a:pt x="107277" y="1042037"/>
                </a:lnTo>
                <a:lnTo>
                  <a:pt x="87600" y="1083176"/>
                </a:lnTo>
                <a:lnTo>
                  <a:pt x="69773" y="1125328"/>
                </a:lnTo>
                <a:lnTo>
                  <a:pt x="53847" y="1168440"/>
                </a:lnTo>
                <a:lnTo>
                  <a:pt x="39874" y="1212460"/>
                </a:lnTo>
                <a:lnTo>
                  <a:pt x="27908" y="1257336"/>
                </a:lnTo>
                <a:lnTo>
                  <a:pt x="18001" y="1303015"/>
                </a:lnTo>
                <a:lnTo>
                  <a:pt x="10204" y="1349445"/>
                </a:lnTo>
                <a:lnTo>
                  <a:pt x="4569" y="1396574"/>
                </a:lnTo>
                <a:lnTo>
                  <a:pt x="1149" y="1444408"/>
                </a:lnTo>
                <a:lnTo>
                  <a:pt x="0" y="1492718"/>
                </a:lnTo>
                <a:lnTo>
                  <a:pt x="4272812" y="1492718"/>
                </a:lnTo>
                <a:lnTo>
                  <a:pt x="4272042" y="1444349"/>
                </a:lnTo>
                <a:lnTo>
                  <a:pt x="4269759" y="1396481"/>
                </a:lnTo>
                <a:lnTo>
                  <a:pt x="4265979" y="1348960"/>
                </a:lnTo>
                <a:lnTo>
                  <a:pt x="4260726" y="1301869"/>
                </a:lnTo>
                <a:lnTo>
                  <a:pt x="4254024" y="1255230"/>
                </a:lnTo>
                <a:lnTo>
                  <a:pt x="4245896" y="1209068"/>
                </a:lnTo>
                <a:lnTo>
                  <a:pt x="4236365" y="1163404"/>
                </a:lnTo>
                <a:lnTo>
                  <a:pt x="4225455" y="1118263"/>
                </a:lnTo>
                <a:lnTo>
                  <a:pt x="4213189" y="1073667"/>
                </a:lnTo>
                <a:lnTo>
                  <a:pt x="4199590" y="1029640"/>
                </a:lnTo>
                <a:lnTo>
                  <a:pt x="4184680" y="986204"/>
                </a:lnTo>
                <a:lnTo>
                  <a:pt x="4168484" y="943384"/>
                </a:lnTo>
                <a:lnTo>
                  <a:pt x="4151024" y="901201"/>
                </a:lnTo>
                <a:lnTo>
                  <a:pt x="4132324" y="859680"/>
                </a:lnTo>
                <a:lnTo>
                  <a:pt x="4112406" y="818843"/>
                </a:lnTo>
                <a:lnTo>
                  <a:pt x="4091294" y="778714"/>
                </a:lnTo>
                <a:lnTo>
                  <a:pt x="4069012" y="739315"/>
                </a:lnTo>
                <a:lnTo>
                  <a:pt x="4045581" y="700671"/>
                </a:lnTo>
                <a:lnTo>
                  <a:pt x="4021026" y="662803"/>
                </a:lnTo>
                <a:lnTo>
                  <a:pt x="1543418" y="656524"/>
                </a:lnTo>
                <a:lnTo>
                  <a:pt x="1503607" y="631824"/>
                </a:lnTo>
                <a:lnTo>
                  <a:pt x="1462586" y="608961"/>
                </a:lnTo>
                <a:lnTo>
                  <a:pt x="1420411" y="587995"/>
                </a:lnTo>
                <a:lnTo>
                  <a:pt x="1377140" y="568984"/>
                </a:lnTo>
                <a:lnTo>
                  <a:pt x="1332829" y="551988"/>
                </a:lnTo>
                <a:lnTo>
                  <a:pt x="1287535" y="537066"/>
                </a:lnTo>
                <a:lnTo>
                  <a:pt x="1241315" y="524277"/>
                </a:lnTo>
                <a:lnTo>
                  <a:pt x="1194226" y="513680"/>
                </a:lnTo>
                <a:lnTo>
                  <a:pt x="1146325" y="505335"/>
                </a:lnTo>
                <a:lnTo>
                  <a:pt x="1097668" y="499301"/>
                </a:lnTo>
                <a:lnTo>
                  <a:pt x="1048312" y="495638"/>
                </a:lnTo>
                <a:lnTo>
                  <a:pt x="998315" y="494403"/>
                </a:lnTo>
                <a:close/>
              </a:path>
              <a:path extrusionOk="0" h="1492885" w="4272915">
                <a:moveTo>
                  <a:pt x="2780093" y="0"/>
                </a:moveTo>
                <a:lnTo>
                  <a:pt x="2728844" y="863"/>
                </a:lnTo>
                <a:lnTo>
                  <a:pt x="2678029" y="3434"/>
                </a:lnTo>
                <a:lnTo>
                  <a:pt x="2627674" y="7686"/>
                </a:lnTo>
                <a:lnTo>
                  <a:pt x="2577808" y="13591"/>
                </a:lnTo>
                <a:lnTo>
                  <a:pt x="2528459" y="21120"/>
                </a:lnTo>
                <a:lnTo>
                  <a:pt x="2479653" y="30247"/>
                </a:lnTo>
                <a:lnTo>
                  <a:pt x="2431419" y="40944"/>
                </a:lnTo>
                <a:lnTo>
                  <a:pt x="2383784" y="53182"/>
                </a:lnTo>
                <a:lnTo>
                  <a:pt x="2336776" y="66935"/>
                </a:lnTo>
                <a:lnTo>
                  <a:pt x="2290422" y="82175"/>
                </a:lnTo>
                <a:lnTo>
                  <a:pt x="2244751" y="98874"/>
                </a:lnTo>
                <a:lnTo>
                  <a:pt x="2199790" y="117003"/>
                </a:lnTo>
                <a:lnTo>
                  <a:pt x="2155566" y="136537"/>
                </a:lnTo>
                <a:lnTo>
                  <a:pt x="2112107" y="157446"/>
                </a:lnTo>
                <a:lnTo>
                  <a:pt x="2069442" y="179703"/>
                </a:lnTo>
                <a:lnTo>
                  <a:pt x="2027597" y="203281"/>
                </a:lnTo>
                <a:lnTo>
                  <a:pt x="1986600" y="228152"/>
                </a:lnTo>
                <a:lnTo>
                  <a:pt x="1946479" y="254288"/>
                </a:lnTo>
                <a:lnTo>
                  <a:pt x="1907262" y="281662"/>
                </a:lnTo>
                <a:lnTo>
                  <a:pt x="1868975" y="310245"/>
                </a:lnTo>
                <a:lnTo>
                  <a:pt x="1831648" y="340010"/>
                </a:lnTo>
                <a:lnTo>
                  <a:pt x="1795307" y="370930"/>
                </a:lnTo>
                <a:lnTo>
                  <a:pt x="1759981" y="402976"/>
                </a:lnTo>
                <a:lnTo>
                  <a:pt x="1725696" y="436122"/>
                </a:lnTo>
                <a:lnTo>
                  <a:pt x="1692482" y="470339"/>
                </a:lnTo>
                <a:lnTo>
                  <a:pt x="1660364" y="505599"/>
                </a:lnTo>
                <a:lnTo>
                  <a:pt x="1629371" y="541876"/>
                </a:lnTo>
                <a:lnTo>
                  <a:pt x="1599531" y="579140"/>
                </a:lnTo>
                <a:lnTo>
                  <a:pt x="1570871" y="617366"/>
                </a:lnTo>
                <a:lnTo>
                  <a:pt x="1543418" y="656524"/>
                </a:lnTo>
                <a:lnTo>
                  <a:pt x="4016679" y="656524"/>
                </a:lnTo>
                <a:lnTo>
                  <a:pt x="3968634" y="589493"/>
                </a:lnTo>
                <a:lnTo>
                  <a:pt x="3940844" y="554096"/>
                </a:lnTo>
                <a:lnTo>
                  <a:pt x="3912022" y="519568"/>
                </a:lnTo>
                <a:lnTo>
                  <a:pt x="3882191" y="485934"/>
                </a:lnTo>
                <a:lnTo>
                  <a:pt x="3851375" y="453216"/>
                </a:lnTo>
                <a:lnTo>
                  <a:pt x="3819596" y="421437"/>
                </a:lnTo>
                <a:lnTo>
                  <a:pt x="3786877" y="390620"/>
                </a:lnTo>
                <a:lnTo>
                  <a:pt x="3753243" y="360789"/>
                </a:lnTo>
                <a:lnTo>
                  <a:pt x="3718716" y="331967"/>
                </a:lnTo>
                <a:lnTo>
                  <a:pt x="3683319" y="304177"/>
                </a:lnTo>
                <a:lnTo>
                  <a:pt x="3647075" y="277442"/>
                </a:lnTo>
                <a:lnTo>
                  <a:pt x="3610008" y="251786"/>
                </a:lnTo>
                <a:lnTo>
                  <a:pt x="3572140" y="227230"/>
                </a:lnTo>
                <a:lnTo>
                  <a:pt x="3533496" y="203800"/>
                </a:lnTo>
                <a:lnTo>
                  <a:pt x="3494098" y="181517"/>
                </a:lnTo>
                <a:lnTo>
                  <a:pt x="3453968" y="160405"/>
                </a:lnTo>
                <a:lnTo>
                  <a:pt x="3413131" y="140488"/>
                </a:lnTo>
                <a:lnTo>
                  <a:pt x="3371610" y="121787"/>
                </a:lnTo>
                <a:lnTo>
                  <a:pt x="3329428" y="104327"/>
                </a:lnTo>
                <a:lnTo>
                  <a:pt x="3286607" y="88131"/>
                </a:lnTo>
                <a:lnTo>
                  <a:pt x="3243172" y="73222"/>
                </a:lnTo>
                <a:lnTo>
                  <a:pt x="3199144" y="59622"/>
                </a:lnTo>
                <a:lnTo>
                  <a:pt x="3154549" y="47356"/>
                </a:lnTo>
                <a:lnTo>
                  <a:pt x="3109407" y="36446"/>
                </a:lnTo>
                <a:lnTo>
                  <a:pt x="3063744" y="26916"/>
                </a:lnTo>
                <a:lnTo>
                  <a:pt x="3017581" y="18788"/>
                </a:lnTo>
                <a:lnTo>
                  <a:pt x="2970943" y="12086"/>
                </a:lnTo>
                <a:lnTo>
                  <a:pt x="2923851" y="6833"/>
                </a:lnTo>
                <a:lnTo>
                  <a:pt x="2876331" y="3052"/>
                </a:lnTo>
                <a:lnTo>
                  <a:pt x="2828403" y="766"/>
                </a:lnTo>
                <a:lnTo>
                  <a:pt x="2780093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4"/>
          <p:cNvSpPr/>
          <p:nvPr/>
        </p:nvSpPr>
        <p:spPr>
          <a:xfrm>
            <a:off x="1193000" y="3839691"/>
            <a:ext cx="1706680" cy="596341"/>
          </a:xfrm>
          <a:custGeom>
            <a:rect b="b" l="l" r="r" t="t"/>
            <a:pathLst>
              <a:path extrusionOk="0" h="1310640" w="3750945">
                <a:moveTo>
                  <a:pt x="1310389" y="0"/>
                </a:moveTo>
                <a:lnTo>
                  <a:pt x="1262350" y="864"/>
                </a:lnTo>
                <a:lnTo>
                  <a:pt x="1214746" y="3437"/>
                </a:lnTo>
                <a:lnTo>
                  <a:pt x="1167608" y="7689"/>
                </a:lnTo>
                <a:lnTo>
                  <a:pt x="1120964" y="13590"/>
                </a:lnTo>
                <a:lnTo>
                  <a:pt x="1074845" y="21112"/>
                </a:lnTo>
                <a:lnTo>
                  <a:pt x="1029280" y="30223"/>
                </a:lnTo>
                <a:lnTo>
                  <a:pt x="984299" y="40896"/>
                </a:lnTo>
                <a:lnTo>
                  <a:pt x="939931" y="53099"/>
                </a:lnTo>
                <a:lnTo>
                  <a:pt x="896205" y="66804"/>
                </a:lnTo>
                <a:lnTo>
                  <a:pt x="853153" y="81981"/>
                </a:lnTo>
                <a:lnTo>
                  <a:pt x="810802" y="98600"/>
                </a:lnTo>
                <a:lnTo>
                  <a:pt x="769183" y="116632"/>
                </a:lnTo>
                <a:lnTo>
                  <a:pt x="728325" y="136046"/>
                </a:lnTo>
                <a:lnTo>
                  <a:pt x="688258" y="156815"/>
                </a:lnTo>
                <a:lnTo>
                  <a:pt x="649011" y="178907"/>
                </a:lnTo>
                <a:lnTo>
                  <a:pt x="610615" y="202293"/>
                </a:lnTo>
                <a:lnTo>
                  <a:pt x="573098" y="226944"/>
                </a:lnTo>
                <a:lnTo>
                  <a:pt x="536491" y="252829"/>
                </a:lnTo>
                <a:lnTo>
                  <a:pt x="500823" y="279920"/>
                </a:lnTo>
                <a:lnTo>
                  <a:pt x="466123" y="308187"/>
                </a:lnTo>
                <a:lnTo>
                  <a:pt x="432421" y="337601"/>
                </a:lnTo>
                <a:lnTo>
                  <a:pt x="399747" y="368130"/>
                </a:lnTo>
                <a:lnTo>
                  <a:pt x="368130" y="399747"/>
                </a:lnTo>
                <a:lnTo>
                  <a:pt x="337601" y="432421"/>
                </a:lnTo>
                <a:lnTo>
                  <a:pt x="308187" y="466123"/>
                </a:lnTo>
                <a:lnTo>
                  <a:pt x="279920" y="500823"/>
                </a:lnTo>
                <a:lnTo>
                  <a:pt x="252829" y="536491"/>
                </a:lnTo>
                <a:lnTo>
                  <a:pt x="226944" y="573098"/>
                </a:lnTo>
                <a:lnTo>
                  <a:pt x="202293" y="610615"/>
                </a:lnTo>
                <a:lnTo>
                  <a:pt x="178907" y="649011"/>
                </a:lnTo>
                <a:lnTo>
                  <a:pt x="156815" y="688258"/>
                </a:lnTo>
                <a:lnTo>
                  <a:pt x="136046" y="728325"/>
                </a:lnTo>
                <a:lnTo>
                  <a:pt x="116632" y="769183"/>
                </a:lnTo>
                <a:lnTo>
                  <a:pt x="98600" y="810802"/>
                </a:lnTo>
                <a:lnTo>
                  <a:pt x="81981" y="853153"/>
                </a:lnTo>
                <a:lnTo>
                  <a:pt x="66804" y="896205"/>
                </a:lnTo>
                <a:lnTo>
                  <a:pt x="53099" y="939931"/>
                </a:lnTo>
                <a:lnTo>
                  <a:pt x="40896" y="984299"/>
                </a:lnTo>
                <a:lnTo>
                  <a:pt x="30223" y="1029280"/>
                </a:lnTo>
                <a:lnTo>
                  <a:pt x="21112" y="1074845"/>
                </a:lnTo>
                <a:lnTo>
                  <a:pt x="13590" y="1120964"/>
                </a:lnTo>
                <a:lnTo>
                  <a:pt x="7689" y="1167608"/>
                </a:lnTo>
                <a:lnTo>
                  <a:pt x="3428" y="1214899"/>
                </a:lnTo>
                <a:lnTo>
                  <a:pt x="864" y="1262350"/>
                </a:lnTo>
                <a:lnTo>
                  <a:pt x="0" y="1310389"/>
                </a:lnTo>
                <a:lnTo>
                  <a:pt x="3750901" y="1310389"/>
                </a:lnTo>
                <a:lnTo>
                  <a:pt x="3749604" y="1262305"/>
                </a:lnTo>
                <a:lnTo>
                  <a:pt x="3745738" y="1214746"/>
                </a:lnTo>
                <a:lnTo>
                  <a:pt x="3739431" y="1168237"/>
                </a:lnTo>
                <a:lnTo>
                  <a:pt x="3730688" y="1122386"/>
                </a:lnTo>
                <a:lnTo>
                  <a:pt x="3719596" y="1077414"/>
                </a:lnTo>
                <a:lnTo>
                  <a:pt x="3706223" y="1033387"/>
                </a:lnTo>
                <a:lnTo>
                  <a:pt x="3690635" y="990371"/>
                </a:lnTo>
                <a:lnTo>
                  <a:pt x="3672899" y="948435"/>
                </a:lnTo>
                <a:lnTo>
                  <a:pt x="3653082" y="907644"/>
                </a:lnTo>
                <a:lnTo>
                  <a:pt x="3631250" y="868065"/>
                </a:lnTo>
                <a:lnTo>
                  <a:pt x="3607471" y="829765"/>
                </a:lnTo>
                <a:lnTo>
                  <a:pt x="3581811" y="792812"/>
                </a:lnTo>
                <a:lnTo>
                  <a:pt x="3554338" y="757271"/>
                </a:lnTo>
                <a:lnTo>
                  <a:pt x="3525117" y="723210"/>
                </a:lnTo>
                <a:lnTo>
                  <a:pt x="3494216" y="690696"/>
                </a:lnTo>
                <a:lnTo>
                  <a:pt x="3461702" y="659795"/>
                </a:lnTo>
                <a:lnTo>
                  <a:pt x="3427641" y="630574"/>
                </a:lnTo>
                <a:lnTo>
                  <a:pt x="3392101" y="603100"/>
                </a:lnTo>
                <a:lnTo>
                  <a:pt x="3355147" y="577440"/>
                </a:lnTo>
                <a:lnTo>
                  <a:pt x="2396000" y="576328"/>
                </a:lnTo>
                <a:lnTo>
                  <a:pt x="2368099" y="536736"/>
                </a:lnTo>
                <a:lnTo>
                  <a:pt x="2338791" y="498239"/>
                </a:lnTo>
                <a:lnTo>
                  <a:pt x="2308114" y="460875"/>
                </a:lnTo>
                <a:lnTo>
                  <a:pt x="2276104" y="424681"/>
                </a:lnTo>
                <a:lnTo>
                  <a:pt x="2242800" y="389695"/>
                </a:lnTo>
                <a:lnTo>
                  <a:pt x="2208239" y="355953"/>
                </a:lnTo>
                <a:lnTo>
                  <a:pt x="2172457" y="323494"/>
                </a:lnTo>
                <a:lnTo>
                  <a:pt x="2135492" y="292354"/>
                </a:lnTo>
                <a:lnTo>
                  <a:pt x="2097382" y="262570"/>
                </a:lnTo>
                <a:lnTo>
                  <a:pt x="2058163" y="234181"/>
                </a:lnTo>
                <a:lnTo>
                  <a:pt x="2017874" y="207223"/>
                </a:lnTo>
                <a:lnTo>
                  <a:pt x="1976551" y="181733"/>
                </a:lnTo>
                <a:lnTo>
                  <a:pt x="1934231" y="157750"/>
                </a:lnTo>
                <a:lnTo>
                  <a:pt x="1890953" y="135310"/>
                </a:lnTo>
                <a:lnTo>
                  <a:pt x="1846753" y="114451"/>
                </a:lnTo>
                <a:lnTo>
                  <a:pt x="1801668" y="95209"/>
                </a:lnTo>
                <a:lnTo>
                  <a:pt x="1755736" y="77623"/>
                </a:lnTo>
                <a:lnTo>
                  <a:pt x="1708995" y="61730"/>
                </a:lnTo>
                <a:lnTo>
                  <a:pt x="1661481" y="47567"/>
                </a:lnTo>
                <a:lnTo>
                  <a:pt x="1613232" y="35171"/>
                </a:lnTo>
                <a:lnTo>
                  <a:pt x="1564285" y="24580"/>
                </a:lnTo>
                <a:lnTo>
                  <a:pt x="1514678" y="15830"/>
                </a:lnTo>
                <a:lnTo>
                  <a:pt x="1464447" y="8960"/>
                </a:lnTo>
                <a:lnTo>
                  <a:pt x="1413630" y="4007"/>
                </a:lnTo>
                <a:lnTo>
                  <a:pt x="1362265" y="1008"/>
                </a:lnTo>
                <a:lnTo>
                  <a:pt x="1310389" y="0"/>
                </a:lnTo>
                <a:close/>
              </a:path>
              <a:path extrusionOk="0" h="1310640" w="3750945">
                <a:moveTo>
                  <a:pt x="2874519" y="434007"/>
                </a:moveTo>
                <a:lnTo>
                  <a:pt x="2821917" y="435565"/>
                </a:lnTo>
                <a:lnTo>
                  <a:pt x="2770140" y="440180"/>
                </a:lnTo>
                <a:lnTo>
                  <a:pt x="2719276" y="447761"/>
                </a:lnTo>
                <a:lnTo>
                  <a:pt x="2669411" y="458218"/>
                </a:lnTo>
                <a:lnTo>
                  <a:pt x="2620629" y="471462"/>
                </a:lnTo>
                <a:lnTo>
                  <a:pt x="2573018" y="487402"/>
                </a:lnTo>
                <a:lnTo>
                  <a:pt x="2526664" y="505948"/>
                </a:lnTo>
                <a:lnTo>
                  <a:pt x="2481652" y="527011"/>
                </a:lnTo>
                <a:lnTo>
                  <a:pt x="2438068" y="550501"/>
                </a:lnTo>
                <a:lnTo>
                  <a:pt x="2396000" y="576328"/>
                </a:lnTo>
                <a:lnTo>
                  <a:pt x="3353356" y="576328"/>
                </a:lnTo>
                <a:lnTo>
                  <a:pt x="3316848" y="553660"/>
                </a:lnTo>
                <a:lnTo>
                  <a:pt x="3277269" y="531829"/>
                </a:lnTo>
                <a:lnTo>
                  <a:pt x="3236478" y="512011"/>
                </a:lnTo>
                <a:lnTo>
                  <a:pt x="3194541" y="494275"/>
                </a:lnTo>
                <a:lnTo>
                  <a:pt x="3151525" y="478686"/>
                </a:lnTo>
                <a:lnTo>
                  <a:pt x="3107498" y="465313"/>
                </a:lnTo>
                <a:lnTo>
                  <a:pt x="3062525" y="454221"/>
                </a:lnTo>
                <a:lnTo>
                  <a:pt x="3016674" y="445478"/>
                </a:lnTo>
                <a:lnTo>
                  <a:pt x="2970012" y="439150"/>
                </a:lnTo>
                <a:lnTo>
                  <a:pt x="2922604" y="435304"/>
                </a:lnTo>
                <a:lnTo>
                  <a:pt x="2874519" y="434007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4"/>
          <p:cNvSpPr/>
          <p:nvPr/>
        </p:nvSpPr>
        <p:spPr>
          <a:xfrm>
            <a:off x="4791499" y="2242489"/>
            <a:ext cx="4436844" cy="2967681"/>
          </a:xfrm>
          <a:custGeom>
            <a:rect b="b" l="l" r="r" t="t"/>
            <a:pathLst>
              <a:path extrusionOk="0" h="91194" w="136340">
                <a:moveTo>
                  <a:pt x="122282" y="0"/>
                </a:moveTo>
                <a:cubicBezTo>
                  <a:pt x="122063" y="0"/>
                  <a:pt x="121843" y="2"/>
                  <a:pt x="121623" y="4"/>
                </a:cubicBezTo>
                <a:cubicBezTo>
                  <a:pt x="92334" y="314"/>
                  <a:pt x="68426" y="23078"/>
                  <a:pt x="66283" y="51892"/>
                </a:cubicBezTo>
                <a:cubicBezTo>
                  <a:pt x="59177" y="45371"/>
                  <a:pt x="50085" y="42029"/>
                  <a:pt x="40932" y="42029"/>
                </a:cubicBezTo>
                <a:cubicBezTo>
                  <a:pt x="33908" y="42029"/>
                  <a:pt x="26848" y="43998"/>
                  <a:pt x="20623" y="48010"/>
                </a:cubicBezTo>
                <a:cubicBezTo>
                  <a:pt x="6299" y="57249"/>
                  <a:pt x="1" y="74990"/>
                  <a:pt x="5311" y="91194"/>
                </a:cubicBezTo>
                <a:lnTo>
                  <a:pt x="136339" y="91182"/>
                </a:lnTo>
                <a:lnTo>
                  <a:pt x="136185" y="1790"/>
                </a:lnTo>
                <a:cubicBezTo>
                  <a:pt x="131646" y="607"/>
                  <a:pt x="126978" y="0"/>
                  <a:pt x="122282" y="0"/>
                </a:cubicBez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4"/>
          <p:cNvSpPr txBox="1"/>
          <p:nvPr>
            <p:ph type="title"/>
          </p:nvPr>
        </p:nvSpPr>
        <p:spPr>
          <a:xfrm>
            <a:off x="2984400" y="2002800"/>
            <a:ext cx="5450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300"/>
              <a:buFont typeface="Lato"/>
              <a:buNone/>
              <a:defRPr b="1" sz="43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87" name="Google Shape;187;p64"/>
          <p:cNvSpPr txBox="1"/>
          <p:nvPr>
            <p:ph idx="2" type="ctrTitle"/>
          </p:nvPr>
        </p:nvSpPr>
        <p:spPr>
          <a:xfrm>
            <a:off x="2984400" y="3325125"/>
            <a:ext cx="5450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1500"/>
              <a:buFont typeface="Lato"/>
              <a:buNone/>
              <a:defRPr b="1" i="0" sz="15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  <a:defRPr b="1"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64"/>
          <p:cNvSpPr txBox="1"/>
          <p:nvPr>
            <p:ph idx="3" type="title"/>
          </p:nvPr>
        </p:nvSpPr>
        <p:spPr>
          <a:xfrm>
            <a:off x="2984400" y="917400"/>
            <a:ext cx="24696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Font typeface="Lato Black"/>
              <a:buNone/>
              <a:defRPr sz="8000">
                <a:solidFill>
                  <a:srgbClr val="0D678F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8000"/>
              <a:buNone/>
              <a:defRPr sz="8000">
                <a:solidFill>
                  <a:srgbClr val="0D678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65"/>
          <p:cNvGrpSpPr/>
          <p:nvPr/>
        </p:nvGrpSpPr>
        <p:grpSpPr>
          <a:xfrm>
            <a:off x="-140424" y="4010023"/>
            <a:ext cx="1522379" cy="1235144"/>
            <a:chOff x="-280849" y="8020047"/>
            <a:chExt cx="3044759" cy="2470287"/>
          </a:xfrm>
        </p:grpSpPr>
        <p:sp>
          <p:nvSpPr>
            <p:cNvPr id="191" name="Google Shape;191;p65"/>
            <p:cNvSpPr/>
            <p:nvPr/>
          </p:nvSpPr>
          <p:spPr>
            <a:xfrm>
              <a:off x="468630" y="8020047"/>
              <a:ext cx="1378217" cy="2197164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5"/>
            <p:cNvSpPr/>
            <p:nvPr/>
          </p:nvSpPr>
          <p:spPr>
            <a:xfrm>
              <a:off x="372386" y="8761316"/>
              <a:ext cx="965779" cy="1728989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5"/>
            <p:cNvSpPr/>
            <p:nvPr/>
          </p:nvSpPr>
          <p:spPr>
            <a:xfrm>
              <a:off x="-280849" y="8124462"/>
              <a:ext cx="1147094" cy="236587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5"/>
            <p:cNvSpPr/>
            <p:nvPr/>
          </p:nvSpPr>
          <p:spPr>
            <a:xfrm>
              <a:off x="63245" y="9042576"/>
              <a:ext cx="346715" cy="1441006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5"/>
            <p:cNvSpPr/>
            <p:nvPr/>
          </p:nvSpPr>
          <p:spPr>
            <a:xfrm>
              <a:off x="272803" y="9385156"/>
              <a:ext cx="2491107" cy="1105120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5"/>
            <p:cNvSpPr/>
            <p:nvPr/>
          </p:nvSpPr>
          <p:spPr>
            <a:xfrm>
              <a:off x="505423" y="9860767"/>
              <a:ext cx="1373754" cy="62798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65"/>
          <p:cNvSpPr txBox="1"/>
          <p:nvPr>
            <p:ph type="title"/>
          </p:nvPr>
        </p:nvSpPr>
        <p:spPr>
          <a:xfrm>
            <a:off x="716400" y="1461775"/>
            <a:ext cx="33126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2400"/>
              <a:buFont typeface="Lato"/>
              <a:buNone/>
              <a:defRPr b="1" sz="24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4200"/>
              <a:buFont typeface="Lato"/>
              <a:buNone/>
              <a:defRPr sz="42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8" name="Google Shape;198;p65"/>
          <p:cNvSpPr txBox="1"/>
          <p:nvPr>
            <p:ph idx="1" type="subTitle"/>
          </p:nvPr>
        </p:nvSpPr>
        <p:spPr>
          <a:xfrm>
            <a:off x="716400" y="2498275"/>
            <a:ext cx="25044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1900"/>
              <a:buFont typeface="Lato"/>
              <a:buNone/>
              <a:defRPr sz="1900">
                <a:solidFill>
                  <a:srgbClr val="5FBBA0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BA0"/>
              </a:buClr>
              <a:buSzPts val="2100"/>
              <a:buFont typeface="Lato"/>
              <a:buNone/>
              <a:defRPr sz="21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grpSp>
        <p:nvGrpSpPr>
          <p:cNvPr id="199" name="Google Shape;199;p65"/>
          <p:cNvGrpSpPr/>
          <p:nvPr/>
        </p:nvGrpSpPr>
        <p:grpSpPr>
          <a:xfrm>
            <a:off x="9858138" y="-539414"/>
            <a:ext cx="1522379" cy="1235144"/>
            <a:chOff x="19411476" y="-1383628"/>
            <a:chExt cx="3044759" cy="2470287"/>
          </a:xfrm>
        </p:grpSpPr>
        <p:sp>
          <p:nvSpPr>
            <p:cNvPr id="200" name="Google Shape;200;p65"/>
            <p:cNvSpPr/>
            <p:nvPr/>
          </p:nvSpPr>
          <p:spPr>
            <a:xfrm rot="10800000">
              <a:off x="20328540" y="-1110505"/>
              <a:ext cx="1378217" cy="2197164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5"/>
            <p:cNvSpPr/>
            <p:nvPr/>
          </p:nvSpPr>
          <p:spPr>
            <a:xfrm rot="10800000">
              <a:off x="20837222" y="-1383599"/>
              <a:ext cx="965779" cy="1728989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65"/>
            <p:cNvSpPr/>
            <p:nvPr/>
          </p:nvSpPr>
          <p:spPr>
            <a:xfrm rot="10800000">
              <a:off x="21309141" y="-1383628"/>
              <a:ext cx="1147094" cy="236587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65"/>
            <p:cNvSpPr/>
            <p:nvPr/>
          </p:nvSpPr>
          <p:spPr>
            <a:xfrm rot="10800000">
              <a:off x="21765427" y="-1376876"/>
              <a:ext cx="346715" cy="1441006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5"/>
            <p:cNvSpPr/>
            <p:nvPr/>
          </p:nvSpPr>
          <p:spPr>
            <a:xfrm rot="10800000">
              <a:off x="19411476" y="-1383570"/>
              <a:ext cx="2491107" cy="1105120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5"/>
            <p:cNvSpPr/>
            <p:nvPr/>
          </p:nvSpPr>
          <p:spPr>
            <a:xfrm rot="10800000">
              <a:off x="20296209" y="-1382050"/>
              <a:ext cx="1373754" cy="62798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65"/>
          <p:cNvSpPr txBox="1"/>
          <p:nvPr>
            <p:ph idx="2" type="body"/>
          </p:nvPr>
        </p:nvSpPr>
        <p:spPr>
          <a:xfrm>
            <a:off x="4891175" y="1713300"/>
            <a:ext cx="35376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688A"/>
              </a:buClr>
              <a:buSzPts val="1400"/>
              <a:buFont typeface="Lato"/>
              <a:buChar char="●"/>
              <a:defRPr sz="1400">
                <a:solidFill>
                  <a:srgbClr val="0D688A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1200"/>
              <a:buFont typeface="Lato"/>
              <a:buChar char="○"/>
              <a:defRPr sz="1200">
                <a:solidFill>
                  <a:srgbClr val="00A69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1200"/>
              <a:buFont typeface="Lato"/>
              <a:buChar char="■"/>
              <a:defRPr sz="1200">
                <a:solidFill>
                  <a:srgbClr val="5FB89D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1200"/>
              <a:buFont typeface="Lato"/>
              <a:buChar char="●"/>
              <a:defRPr sz="12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1200"/>
              <a:buFont typeface="Lato"/>
              <a:buChar char="○"/>
              <a:defRPr sz="12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1200"/>
              <a:buFont typeface="Lato"/>
              <a:buChar char="■"/>
              <a:defRPr sz="12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1200"/>
              <a:buFont typeface="Lato"/>
              <a:buChar char="●"/>
              <a:defRPr sz="12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FBBA0"/>
              </a:buClr>
              <a:buSzPts val="1200"/>
              <a:buFont typeface="Lato"/>
              <a:buChar char="○"/>
              <a:defRPr sz="1200">
                <a:solidFill>
                  <a:srgbClr val="5FBBA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FBBA0"/>
              </a:buClr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7" name="Google Shape;207;p65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5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9" name="Google Shape;209;p65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210" name="Google Shape;210;p65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5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65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5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65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5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5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5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5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65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5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5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65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5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4" name="Google Shape;224;p65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225" name="Google Shape;225;p65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5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5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65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5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5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5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5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5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5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5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5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5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6"/>
          <p:cNvSpPr/>
          <p:nvPr/>
        </p:nvSpPr>
        <p:spPr>
          <a:xfrm>
            <a:off x="4791499" y="2240289"/>
            <a:ext cx="4436844" cy="2967681"/>
          </a:xfrm>
          <a:custGeom>
            <a:rect b="b" l="l" r="r" t="t"/>
            <a:pathLst>
              <a:path extrusionOk="0" h="91194" w="136340">
                <a:moveTo>
                  <a:pt x="122282" y="0"/>
                </a:moveTo>
                <a:cubicBezTo>
                  <a:pt x="122063" y="0"/>
                  <a:pt x="121843" y="2"/>
                  <a:pt x="121623" y="4"/>
                </a:cubicBezTo>
                <a:cubicBezTo>
                  <a:pt x="92334" y="314"/>
                  <a:pt x="68426" y="23078"/>
                  <a:pt x="66283" y="51892"/>
                </a:cubicBezTo>
                <a:cubicBezTo>
                  <a:pt x="59177" y="45371"/>
                  <a:pt x="50085" y="42029"/>
                  <a:pt x="40932" y="42029"/>
                </a:cubicBezTo>
                <a:cubicBezTo>
                  <a:pt x="33908" y="42029"/>
                  <a:pt x="26848" y="43998"/>
                  <a:pt x="20623" y="48010"/>
                </a:cubicBezTo>
                <a:cubicBezTo>
                  <a:pt x="6299" y="57249"/>
                  <a:pt x="1" y="74990"/>
                  <a:pt x="5311" y="91194"/>
                </a:cubicBezTo>
                <a:lnTo>
                  <a:pt x="136339" y="91182"/>
                </a:lnTo>
                <a:lnTo>
                  <a:pt x="136185" y="1790"/>
                </a:lnTo>
                <a:cubicBezTo>
                  <a:pt x="131646" y="607"/>
                  <a:pt x="126978" y="0"/>
                  <a:pt x="122282" y="0"/>
                </a:cubicBez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6"/>
          <p:cNvSpPr txBox="1"/>
          <p:nvPr>
            <p:ph type="ctrTitle"/>
          </p:nvPr>
        </p:nvSpPr>
        <p:spPr>
          <a:xfrm>
            <a:off x="736950" y="695909"/>
            <a:ext cx="42684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1" name="Google Shape;241;p66"/>
          <p:cNvSpPr txBox="1"/>
          <p:nvPr>
            <p:ph idx="1" type="subTitle"/>
          </p:nvPr>
        </p:nvSpPr>
        <p:spPr>
          <a:xfrm>
            <a:off x="740694" y="1725050"/>
            <a:ext cx="42696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 sz="1300">
                <a:solidFill>
                  <a:srgbClr val="0F689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00"/>
              <a:buChar char="■"/>
              <a:defRPr sz="1300">
                <a:solidFill>
                  <a:srgbClr val="0F689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 sz="1300">
                <a:solidFill>
                  <a:srgbClr val="0F689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 sz="1300">
                <a:solidFill>
                  <a:srgbClr val="0F689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00"/>
              <a:buChar char="■"/>
              <a:defRPr sz="1300">
                <a:solidFill>
                  <a:srgbClr val="0F689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  <a:defRPr sz="1300">
                <a:solidFill>
                  <a:srgbClr val="0F689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  <a:defRPr sz="1300">
                <a:solidFill>
                  <a:srgbClr val="0F689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700"/>
              <a:buChar char="■"/>
              <a:defRPr sz="13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242" name="Google Shape;242;p66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6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44" name="Google Shape;244;p66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245" name="Google Shape;245;p66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6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66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6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66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6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6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6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6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66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6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6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66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6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9" name="Google Shape;259;p66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260" name="Google Shape;260;p66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6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6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66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6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6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6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6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6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6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6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6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6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9"/>
          <p:cNvSpPr txBox="1"/>
          <p:nvPr>
            <p:ph idx="1" type="subTitle"/>
          </p:nvPr>
        </p:nvSpPr>
        <p:spPr>
          <a:xfrm>
            <a:off x="1012500" y="2318963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5" name="Google Shape;275;p69"/>
          <p:cNvSpPr txBox="1"/>
          <p:nvPr>
            <p:ph idx="2" type="subTitle"/>
          </p:nvPr>
        </p:nvSpPr>
        <p:spPr>
          <a:xfrm>
            <a:off x="5207800" y="2318963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6" name="Google Shape;276;p69"/>
          <p:cNvSpPr txBox="1"/>
          <p:nvPr>
            <p:ph idx="3" type="subTitle"/>
          </p:nvPr>
        </p:nvSpPr>
        <p:spPr>
          <a:xfrm>
            <a:off x="1012500" y="2576988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7" name="Google Shape;277;p69"/>
          <p:cNvSpPr txBox="1"/>
          <p:nvPr>
            <p:ph idx="4" type="subTitle"/>
          </p:nvPr>
        </p:nvSpPr>
        <p:spPr>
          <a:xfrm>
            <a:off x="5207800" y="2576988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8" name="Google Shape;278;p69"/>
          <p:cNvSpPr txBox="1"/>
          <p:nvPr>
            <p:ph idx="5" type="subTitle"/>
          </p:nvPr>
        </p:nvSpPr>
        <p:spPr>
          <a:xfrm>
            <a:off x="1012500" y="3787200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9" name="Google Shape;279;p69"/>
          <p:cNvSpPr txBox="1"/>
          <p:nvPr>
            <p:ph idx="6" type="subTitle"/>
          </p:nvPr>
        </p:nvSpPr>
        <p:spPr>
          <a:xfrm>
            <a:off x="5207800" y="3787200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0" name="Google Shape;280;p69"/>
          <p:cNvSpPr txBox="1"/>
          <p:nvPr>
            <p:ph idx="7" type="subTitle"/>
          </p:nvPr>
        </p:nvSpPr>
        <p:spPr>
          <a:xfrm>
            <a:off x="1012500" y="4045225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1" name="Google Shape;281;p69"/>
          <p:cNvSpPr txBox="1"/>
          <p:nvPr>
            <p:ph idx="8" type="subTitle"/>
          </p:nvPr>
        </p:nvSpPr>
        <p:spPr>
          <a:xfrm>
            <a:off x="5207800" y="4045225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2" name="Google Shape;282;p69"/>
          <p:cNvSpPr txBox="1"/>
          <p:nvPr>
            <p:ph type="ctrTitle"/>
          </p:nvPr>
        </p:nvSpPr>
        <p:spPr>
          <a:xfrm>
            <a:off x="988725" y="705809"/>
            <a:ext cx="71667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3" name="Google Shape;283;p69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9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85" name="Google Shape;285;p69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286" name="Google Shape;286;p69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69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69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9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69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9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9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9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9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5" name="Google Shape;295;p69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9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9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69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9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00" name="Google Shape;300;p69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301" name="Google Shape;301;p69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9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69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69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9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9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9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9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9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9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9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9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9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0"/>
          <p:cNvSpPr txBox="1"/>
          <p:nvPr>
            <p:ph idx="1" type="subTitle"/>
          </p:nvPr>
        </p:nvSpPr>
        <p:spPr>
          <a:xfrm>
            <a:off x="719659" y="2224525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16" name="Google Shape;316;p70"/>
          <p:cNvSpPr txBox="1"/>
          <p:nvPr>
            <p:ph idx="2" type="subTitle"/>
          </p:nvPr>
        </p:nvSpPr>
        <p:spPr>
          <a:xfrm>
            <a:off x="3697875" y="2224523"/>
            <a:ext cx="1748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17" name="Google Shape;317;p70"/>
          <p:cNvSpPr txBox="1"/>
          <p:nvPr>
            <p:ph idx="3" type="subTitle"/>
          </p:nvPr>
        </p:nvSpPr>
        <p:spPr>
          <a:xfrm>
            <a:off x="6673000" y="2212225"/>
            <a:ext cx="178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18" name="Google Shape;318;p70"/>
          <p:cNvSpPr txBox="1"/>
          <p:nvPr>
            <p:ph idx="4" type="subTitle"/>
          </p:nvPr>
        </p:nvSpPr>
        <p:spPr>
          <a:xfrm>
            <a:off x="719659" y="1966402"/>
            <a:ext cx="1789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19" name="Google Shape;319;p70"/>
          <p:cNvSpPr txBox="1"/>
          <p:nvPr>
            <p:ph idx="5" type="subTitle"/>
          </p:nvPr>
        </p:nvSpPr>
        <p:spPr>
          <a:xfrm>
            <a:off x="3697872" y="1966402"/>
            <a:ext cx="174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0" name="Google Shape;320;p70"/>
          <p:cNvSpPr txBox="1"/>
          <p:nvPr>
            <p:ph idx="6" type="subTitle"/>
          </p:nvPr>
        </p:nvSpPr>
        <p:spPr>
          <a:xfrm>
            <a:off x="6673076" y="1966395"/>
            <a:ext cx="1789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1" name="Google Shape;321;p70"/>
          <p:cNvSpPr txBox="1"/>
          <p:nvPr>
            <p:ph idx="7" type="subTitle"/>
          </p:nvPr>
        </p:nvSpPr>
        <p:spPr>
          <a:xfrm>
            <a:off x="719659" y="3991325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2" name="Google Shape;322;p70"/>
          <p:cNvSpPr txBox="1"/>
          <p:nvPr>
            <p:ph idx="8" type="subTitle"/>
          </p:nvPr>
        </p:nvSpPr>
        <p:spPr>
          <a:xfrm>
            <a:off x="3697881" y="3966891"/>
            <a:ext cx="174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3" name="Google Shape;323;p70"/>
          <p:cNvSpPr txBox="1"/>
          <p:nvPr>
            <p:ph idx="9" type="subTitle"/>
          </p:nvPr>
        </p:nvSpPr>
        <p:spPr>
          <a:xfrm>
            <a:off x="6673081" y="3991325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sz="14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4" name="Google Shape;324;p70"/>
          <p:cNvSpPr txBox="1"/>
          <p:nvPr>
            <p:ph idx="13" type="subTitle"/>
          </p:nvPr>
        </p:nvSpPr>
        <p:spPr>
          <a:xfrm>
            <a:off x="719659" y="3733200"/>
            <a:ext cx="1789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5" name="Google Shape;325;p70"/>
          <p:cNvSpPr txBox="1"/>
          <p:nvPr>
            <p:ph idx="14" type="subTitle"/>
          </p:nvPr>
        </p:nvSpPr>
        <p:spPr>
          <a:xfrm>
            <a:off x="3697875" y="3733201"/>
            <a:ext cx="1748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6" name="Google Shape;326;p70"/>
          <p:cNvSpPr txBox="1"/>
          <p:nvPr>
            <p:ph idx="15" type="subTitle"/>
          </p:nvPr>
        </p:nvSpPr>
        <p:spPr>
          <a:xfrm>
            <a:off x="6673081" y="3733200"/>
            <a:ext cx="1789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None/>
              <a:defRPr b="1" sz="16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327" name="Google Shape;327;p70"/>
          <p:cNvSpPr txBox="1"/>
          <p:nvPr>
            <p:ph type="ctrTitle"/>
          </p:nvPr>
        </p:nvSpPr>
        <p:spPr>
          <a:xfrm>
            <a:off x="988725" y="730200"/>
            <a:ext cx="716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grpSp>
        <p:nvGrpSpPr>
          <p:cNvPr id="328" name="Google Shape;328;p70"/>
          <p:cNvGrpSpPr/>
          <p:nvPr/>
        </p:nvGrpSpPr>
        <p:grpSpPr>
          <a:xfrm>
            <a:off x="2725905" y="1625620"/>
            <a:ext cx="696340" cy="4311131"/>
            <a:chOff x="2725905" y="1625620"/>
            <a:chExt cx="696340" cy="4311131"/>
          </a:xfrm>
        </p:grpSpPr>
        <p:sp>
          <p:nvSpPr>
            <p:cNvPr id="329" name="Google Shape;329;p70"/>
            <p:cNvSpPr/>
            <p:nvPr/>
          </p:nvSpPr>
          <p:spPr>
            <a:xfrm>
              <a:off x="3050610" y="1775510"/>
              <a:ext cx="32" cy="4161241"/>
            </a:xfrm>
            <a:custGeom>
              <a:rect b="b" l="l" r="r" t="t"/>
              <a:pathLst>
                <a:path extrusionOk="0" fill="none" h="130171" w="1">
                  <a:moveTo>
                    <a:pt x="0" y="0"/>
                  </a:moveTo>
                  <a:lnTo>
                    <a:pt x="0" y="130171"/>
                  </a:lnTo>
                </a:path>
              </a:pathLst>
            </a:custGeom>
            <a:noFill/>
            <a:ln cap="flat" cmpd="sng" w="9525">
              <a:solidFill>
                <a:srgbClr val="0A6787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70"/>
            <p:cNvSpPr/>
            <p:nvPr/>
          </p:nvSpPr>
          <p:spPr>
            <a:xfrm>
              <a:off x="2970312" y="1625620"/>
              <a:ext cx="161404" cy="161436"/>
            </a:xfrm>
            <a:custGeom>
              <a:rect b="b" l="l" r="r" t="t"/>
              <a:pathLst>
                <a:path extrusionOk="0" h="5050" w="5049">
                  <a:moveTo>
                    <a:pt x="2524" y="1"/>
                  </a:moveTo>
                  <a:cubicBezTo>
                    <a:pt x="1131" y="1"/>
                    <a:pt x="0" y="1132"/>
                    <a:pt x="0" y="2525"/>
                  </a:cubicBezTo>
                  <a:cubicBezTo>
                    <a:pt x="0" y="3918"/>
                    <a:pt x="1131" y="5049"/>
                    <a:pt x="2524" y="5049"/>
                  </a:cubicBezTo>
                  <a:cubicBezTo>
                    <a:pt x="3917" y="5049"/>
                    <a:pt x="5048" y="3918"/>
                    <a:pt x="5048" y="2525"/>
                  </a:cubicBezTo>
                  <a:cubicBezTo>
                    <a:pt x="5048" y="1132"/>
                    <a:pt x="3917" y="1"/>
                    <a:pt x="252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D67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70"/>
            <p:cNvSpPr/>
            <p:nvPr/>
          </p:nvSpPr>
          <p:spPr>
            <a:xfrm rot="1238586">
              <a:off x="3071437" y="3714598"/>
              <a:ext cx="246309" cy="381788"/>
            </a:xfrm>
            <a:custGeom>
              <a:rect b="b" l="l" r="r" t="t"/>
              <a:pathLst>
                <a:path extrusionOk="0" h="11943" w="7705">
                  <a:moveTo>
                    <a:pt x="5454" y="1"/>
                  </a:moveTo>
                  <a:cubicBezTo>
                    <a:pt x="1406" y="2513"/>
                    <a:pt x="1" y="7740"/>
                    <a:pt x="2263" y="11943"/>
                  </a:cubicBezTo>
                  <a:cubicBezTo>
                    <a:pt x="6299" y="9431"/>
                    <a:pt x="7704" y="4204"/>
                    <a:pt x="5454" y="1"/>
                  </a:cubicBez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70"/>
            <p:cNvSpPr/>
            <p:nvPr/>
          </p:nvSpPr>
          <p:spPr>
            <a:xfrm rot="1238586">
              <a:off x="3099423" y="3832995"/>
              <a:ext cx="85289" cy="295380"/>
            </a:xfrm>
            <a:custGeom>
              <a:rect b="b" l="l" r="r" t="t"/>
              <a:pathLst>
                <a:path extrusionOk="0" fill="none" h="9240" w="2668">
                  <a:moveTo>
                    <a:pt x="1" y="9239"/>
                  </a:moveTo>
                  <a:lnTo>
                    <a:pt x="2668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70"/>
            <p:cNvSpPr/>
            <p:nvPr/>
          </p:nvSpPr>
          <p:spPr>
            <a:xfrm rot="3355257">
              <a:off x="2704415" y="3983647"/>
              <a:ext cx="394350" cy="157440"/>
            </a:xfrm>
            <a:custGeom>
              <a:rect b="b" l="l" r="r" t="t"/>
              <a:pathLst>
                <a:path extrusionOk="0" h="4925" w="12336">
                  <a:moveTo>
                    <a:pt x="6632" y="0"/>
                  </a:moveTo>
                  <a:cubicBezTo>
                    <a:pt x="4197" y="0"/>
                    <a:pt x="1774" y="978"/>
                    <a:pt x="1" y="2895"/>
                  </a:cubicBezTo>
                  <a:cubicBezTo>
                    <a:pt x="1670" y="4256"/>
                    <a:pt x="3689" y="4925"/>
                    <a:pt x="5700" y="4925"/>
                  </a:cubicBezTo>
                  <a:cubicBezTo>
                    <a:pt x="8137" y="4925"/>
                    <a:pt x="10561" y="3943"/>
                    <a:pt x="12336" y="2025"/>
                  </a:cubicBezTo>
                  <a:cubicBezTo>
                    <a:pt x="10666" y="668"/>
                    <a:pt x="8645" y="0"/>
                    <a:pt x="6632" y="0"/>
                  </a:cubicBez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70"/>
            <p:cNvSpPr/>
            <p:nvPr/>
          </p:nvSpPr>
          <p:spPr>
            <a:xfrm rot="3355257">
              <a:off x="2805349" y="4126281"/>
              <a:ext cx="307207" cy="15632"/>
            </a:xfrm>
            <a:custGeom>
              <a:rect b="b" l="l" r="r" t="t"/>
              <a:pathLst>
                <a:path extrusionOk="0" fill="none" h="489" w="9610">
                  <a:moveTo>
                    <a:pt x="9609" y="1"/>
                  </a:moveTo>
                  <a:lnTo>
                    <a:pt x="1" y="489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70"/>
            <p:cNvSpPr/>
            <p:nvPr/>
          </p:nvSpPr>
          <p:spPr>
            <a:xfrm rot="3892669">
              <a:off x="2735802" y="2494642"/>
              <a:ext cx="393988" cy="157448"/>
            </a:xfrm>
            <a:custGeom>
              <a:rect b="b" l="l" r="r" t="t"/>
              <a:pathLst>
                <a:path extrusionOk="0" h="4925" w="12324">
                  <a:moveTo>
                    <a:pt x="6625" y="1"/>
                  </a:moveTo>
                  <a:cubicBezTo>
                    <a:pt x="4193" y="1"/>
                    <a:pt x="1774" y="979"/>
                    <a:pt x="1" y="2889"/>
                  </a:cubicBezTo>
                  <a:cubicBezTo>
                    <a:pt x="1673" y="4254"/>
                    <a:pt x="3694" y="4924"/>
                    <a:pt x="5706" y="4924"/>
                  </a:cubicBezTo>
                  <a:cubicBezTo>
                    <a:pt x="8136" y="4924"/>
                    <a:pt x="10552" y="3947"/>
                    <a:pt x="12324" y="2032"/>
                  </a:cubicBezTo>
                  <a:cubicBezTo>
                    <a:pt x="10653" y="669"/>
                    <a:pt x="8635" y="1"/>
                    <a:pt x="6625" y="1"/>
                  </a:cubicBez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70"/>
            <p:cNvSpPr/>
            <p:nvPr/>
          </p:nvSpPr>
          <p:spPr>
            <a:xfrm rot="3892669">
              <a:off x="2824761" y="2645076"/>
              <a:ext cx="307191" cy="15633"/>
            </a:xfrm>
            <a:custGeom>
              <a:rect b="b" l="l" r="r" t="t"/>
              <a:pathLst>
                <a:path extrusionOk="0" fill="none" h="489" w="9609">
                  <a:moveTo>
                    <a:pt x="9609" y="0"/>
                  </a:moveTo>
                  <a:lnTo>
                    <a:pt x="0" y="488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70"/>
            <p:cNvSpPr/>
            <p:nvPr/>
          </p:nvSpPr>
          <p:spPr>
            <a:xfrm rot="2426543">
              <a:off x="3083575" y="2071026"/>
              <a:ext cx="242866" cy="384838"/>
            </a:xfrm>
            <a:custGeom>
              <a:rect b="b" l="l" r="r" t="t"/>
              <a:pathLst>
                <a:path extrusionOk="0" h="12038" w="7597">
                  <a:moveTo>
                    <a:pt x="2394" y="0"/>
                  </a:moveTo>
                  <a:cubicBezTo>
                    <a:pt x="0" y="4132"/>
                    <a:pt x="1239" y="9406"/>
                    <a:pt x="5227" y="12038"/>
                  </a:cubicBezTo>
                  <a:cubicBezTo>
                    <a:pt x="7597" y="7894"/>
                    <a:pt x="6358" y="2632"/>
                    <a:pt x="2394" y="0"/>
                  </a:cubicBez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70"/>
            <p:cNvSpPr/>
            <p:nvPr/>
          </p:nvSpPr>
          <p:spPr>
            <a:xfrm rot="2426543">
              <a:off x="3111328" y="2187535"/>
              <a:ext cx="65120" cy="362770"/>
            </a:xfrm>
            <a:custGeom>
              <a:rect b="b" l="l" r="r" t="t"/>
              <a:pathLst>
                <a:path extrusionOk="0" fill="none" h="9407" w="2037">
                  <a:moveTo>
                    <a:pt x="2036" y="9406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9" name="Google Shape;339;p70"/>
          <p:cNvSpPr/>
          <p:nvPr/>
        </p:nvSpPr>
        <p:spPr>
          <a:xfrm>
            <a:off x="6123678" y="1775510"/>
            <a:ext cx="32" cy="4190556"/>
          </a:xfrm>
          <a:custGeom>
            <a:rect b="b" l="l" r="r" t="t"/>
            <a:pathLst>
              <a:path extrusionOk="0" fill="none" h="131088" w="1">
                <a:moveTo>
                  <a:pt x="0" y="0"/>
                </a:moveTo>
                <a:lnTo>
                  <a:pt x="0" y="35064"/>
                </a:lnTo>
                <a:lnTo>
                  <a:pt x="0" y="131088"/>
                </a:lnTo>
              </a:path>
            </a:pathLst>
          </a:custGeom>
          <a:noFill/>
          <a:ln cap="flat" cmpd="sng" w="9525">
            <a:solidFill>
              <a:srgbClr val="0A6787"/>
            </a:solidFill>
            <a:prstDash val="solid"/>
            <a:miter lim="11906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0"/>
          <p:cNvSpPr/>
          <p:nvPr/>
        </p:nvSpPr>
        <p:spPr>
          <a:xfrm>
            <a:off x="6043380" y="1625620"/>
            <a:ext cx="161404" cy="161436"/>
          </a:xfrm>
          <a:custGeom>
            <a:rect b="b" l="l" r="r" t="t"/>
            <a:pathLst>
              <a:path extrusionOk="0" h="5050" w="5049">
                <a:moveTo>
                  <a:pt x="2524" y="1"/>
                </a:moveTo>
                <a:cubicBezTo>
                  <a:pt x="1131" y="1"/>
                  <a:pt x="0" y="1132"/>
                  <a:pt x="0" y="2525"/>
                </a:cubicBezTo>
                <a:cubicBezTo>
                  <a:pt x="0" y="3918"/>
                  <a:pt x="1131" y="5049"/>
                  <a:pt x="2524" y="5049"/>
                </a:cubicBezTo>
                <a:cubicBezTo>
                  <a:pt x="3917" y="5049"/>
                  <a:pt x="5048" y="3918"/>
                  <a:pt x="5048" y="2525"/>
                </a:cubicBezTo>
                <a:cubicBezTo>
                  <a:pt x="5048" y="1132"/>
                  <a:pt x="3917" y="1"/>
                  <a:pt x="2524" y="1"/>
                </a:cubicBez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D6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0"/>
          <p:cNvSpPr/>
          <p:nvPr/>
        </p:nvSpPr>
        <p:spPr>
          <a:xfrm rot="1238586">
            <a:off x="6143637" y="3709223"/>
            <a:ext cx="246309" cy="381788"/>
          </a:xfrm>
          <a:custGeom>
            <a:rect b="b" l="l" r="r" t="t"/>
            <a:pathLst>
              <a:path extrusionOk="0" h="11943" w="7705">
                <a:moveTo>
                  <a:pt x="5454" y="1"/>
                </a:moveTo>
                <a:cubicBezTo>
                  <a:pt x="1406" y="2513"/>
                  <a:pt x="1" y="7740"/>
                  <a:pt x="2263" y="11943"/>
                </a:cubicBezTo>
                <a:cubicBezTo>
                  <a:pt x="6299" y="9431"/>
                  <a:pt x="7704" y="4204"/>
                  <a:pt x="5454" y="1"/>
                </a:cubicBezTo>
                <a:close/>
              </a:path>
            </a:pathLst>
          </a:custGeom>
          <a:solidFill>
            <a:srgbClr val="9AD1C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0"/>
          <p:cNvSpPr/>
          <p:nvPr/>
        </p:nvSpPr>
        <p:spPr>
          <a:xfrm rot="1238586">
            <a:off x="6171623" y="3827620"/>
            <a:ext cx="85289" cy="295380"/>
          </a:xfrm>
          <a:custGeom>
            <a:rect b="b" l="l" r="r" t="t"/>
            <a:pathLst>
              <a:path extrusionOk="0" fill="none" h="9240" w="2668">
                <a:moveTo>
                  <a:pt x="1" y="9239"/>
                </a:moveTo>
                <a:lnTo>
                  <a:pt x="2668" y="0"/>
                </a:lnTo>
              </a:path>
            </a:pathLst>
          </a:custGeom>
          <a:noFill/>
          <a:ln cap="flat" cmpd="sng" w="9525">
            <a:solidFill>
              <a:srgbClr val="0D6889"/>
            </a:solidFill>
            <a:prstDash val="solid"/>
            <a:miter lim="11906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0"/>
          <p:cNvSpPr/>
          <p:nvPr/>
        </p:nvSpPr>
        <p:spPr>
          <a:xfrm rot="3355257">
            <a:off x="5776615" y="3978272"/>
            <a:ext cx="394350" cy="157440"/>
          </a:xfrm>
          <a:custGeom>
            <a:rect b="b" l="l" r="r" t="t"/>
            <a:pathLst>
              <a:path extrusionOk="0" h="4925" w="12336">
                <a:moveTo>
                  <a:pt x="6632" y="0"/>
                </a:moveTo>
                <a:cubicBezTo>
                  <a:pt x="4197" y="0"/>
                  <a:pt x="1774" y="978"/>
                  <a:pt x="1" y="2895"/>
                </a:cubicBezTo>
                <a:cubicBezTo>
                  <a:pt x="1670" y="4256"/>
                  <a:pt x="3689" y="4925"/>
                  <a:pt x="5700" y="4925"/>
                </a:cubicBezTo>
                <a:cubicBezTo>
                  <a:pt x="8137" y="4925"/>
                  <a:pt x="10561" y="3943"/>
                  <a:pt x="12336" y="2025"/>
                </a:cubicBezTo>
                <a:cubicBezTo>
                  <a:pt x="10666" y="668"/>
                  <a:pt x="8645" y="0"/>
                  <a:pt x="6632" y="0"/>
                </a:cubicBezTo>
                <a:close/>
              </a:path>
            </a:pathLst>
          </a:custGeom>
          <a:solidFill>
            <a:srgbClr val="9AD1C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0"/>
          <p:cNvSpPr/>
          <p:nvPr/>
        </p:nvSpPr>
        <p:spPr>
          <a:xfrm rot="3355257">
            <a:off x="5877549" y="4120906"/>
            <a:ext cx="307207" cy="15632"/>
          </a:xfrm>
          <a:custGeom>
            <a:rect b="b" l="l" r="r" t="t"/>
            <a:pathLst>
              <a:path extrusionOk="0" fill="none" h="489" w="9610">
                <a:moveTo>
                  <a:pt x="9609" y="1"/>
                </a:moveTo>
                <a:lnTo>
                  <a:pt x="1" y="489"/>
                </a:lnTo>
              </a:path>
            </a:pathLst>
          </a:custGeom>
          <a:noFill/>
          <a:ln cap="flat" cmpd="sng" w="9525">
            <a:solidFill>
              <a:srgbClr val="0D6889"/>
            </a:solidFill>
            <a:prstDash val="solid"/>
            <a:miter lim="11906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0"/>
          <p:cNvSpPr/>
          <p:nvPr/>
        </p:nvSpPr>
        <p:spPr>
          <a:xfrm rot="3892669">
            <a:off x="5808002" y="2489267"/>
            <a:ext cx="393988" cy="157448"/>
          </a:xfrm>
          <a:custGeom>
            <a:rect b="b" l="l" r="r" t="t"/>
            <a:pathLst>
              <a:path extrusionOk="0" h="4925" w="12324">
                <a:moveTo>
                  <a:pt x="6625" y="1"/>
                </a:moveTo>
                <a:cubicBezTo>
                  <a:pt x="4193" y="1"/>
                  <a:pt x="1774" y="979"/>
                  <a:pt x="1" y="2889"/>
                </a:cubicBezTo>
                <a:cubicBezTo>
                  <a:pt x="1673" y="4254"/>
                  <a:pt x="3694" y="4924"/>
                  <a:pt x="5706" y="4924"/>
                </a:cubicBezTo>
                <a:cubicBezTo>
                  <a:pt x="8136" y="4924"/>
                  <a:pt x="10552" y="3947"/>
                  <a:pt x="12324" y="2032"/>
                </a:cubicBezTo>
                <a:cubicBezTo>
                  <a:pt x="10653" y="669"/>
                  <a:pt x="8635" y="1"/>
                  <a:pt x="6625" y="1"/>
                </a:cubicBezTo>
                <a:close/>
              </a:path>
            </a:pathLst>
          </a:custGeom>
          <a:solidFill>
            <a:srgbClr val="9AD1C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0"/>
          <p:cNvSpPr/>
          <p:nvPr/>
        </p:nvSpPr>
        <p:spPr>
          <a:xfrm rot="3892669">
            <a:off x="5896961" y="2639701"/>
            <a:ext cx="307191" cy="15633"/>
          </a:xfrm>
          <a:custGeom>
            <a:rect b="b" l="l" r="r" t="t"/>
            <a:pathLst>
              <a:path extrusionOk="0" fill="none" h="489" w="9609">
                <a:moveTo>
                  <a:pt x="9609" y="0"/>
                </a:moveTo>
                <a:lnTo>
                  <a:pt x="0" y="488"/>
                </a:lnTo>
              </a:path>
            </a:pathLst>
          </a:custGeom>
          <a:noFill/>
          <a:ln cap="flat" cmpd="sng" w="9525">
            <a:solidFill>
              <a:srgbClr val="0D6889"/>
            </a:solidFill>
            <a:prstDash val="solid"/>
            <a:miter lim="11906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0"/>
          <p:cNvSpPr/>
          <p:nvPr/>
        </p:nvSpPr>
        <p:spPr>
          <a:xfrm rot="2426543">
            <a:off x="6155775" y="2065651"/>
            <a:ext cx="242866" cy="384838"/>
          </a:xfrm>
          <a:custGeom>
            <a:rect b="b" l="l" r="r" t="t"/>
            <a:pathLst>
              <a:path extrusionOk="0" h="12038" w="7597">
                <a:moveTo>
                  <a:pt x="2394" y="0"/>
                </a:moveTo>
                <a:cubicBezTo>
                  <a:pt x="0" y="4132"/>
                  <a:pt x="1239" y="9406"/>
                  <a:pt x="5227" y="12038"/>
                </a:cubicBezTo>
                <a:cubicBezTo>
                  <a:pt x="7597" y="7894"/>
                  <a:pt x="6358" y="2632"/>
                  <a:pt x="2394" y="0"/>
                </a:cubicBezTo>
                <a:close/>
              </a:path>
            </a:pathLst>
          </a:custGeom>
          <a:solidFill>
            <a:srgbClr val="9AD1C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0"/>
          <p:cNvSpPr/>
          <p:nvPr/>
        </p:nvSpPr>
        <p:spPr>
          <a:xfrm rot="2426543">
            <a:off x="6183528" y="2182160"/>
            <a:ext cx="65120" cy="362770"/>
          </a:xfrm>
          <a:custGeom>
            <a:rect b="b" l="l" r="r" t="t"/>
            <a:pathLst>
              <a:path extrusionOk="0" fill="none" h="9407" w="2037">
                <a:moveTo>
                  <a:pt x="2036" y="940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D6889"/>
            </a:solidFill>
            <a:prstDash val="solid"/>
            <a:miter lim="11906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0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0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51" name="Google Shape;351;p70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352" name="Google Shape;352;p70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70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70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70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" name="Google Shape;356;p70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0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0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0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0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70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0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0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70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0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66" name="Google Shape;366;p70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367" name="Google Shape;367;p70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70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70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70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0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0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0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0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0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0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0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0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0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1"/>
          <p:cNvSpPr txBox="1"/>
          <p:nvPr>
            <p:ph idx="1" type="subTitle"/>
          </p:nvPr>
        </p:nvSpPr>
        <p:spPr>
          <a:xfrm>
            <a:off x="1043413" y="1656000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9678A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2" name="Google Shape;382;p71"/>
          <p:cNvSpPr txBox="1"/>
          <p:nvPr>
            <p:ph idx="2" type="subTitle"/>
          </p:nvPr>
        </p:nvSpPr>
        <p:spPr>
          <a:xfrm>
            <a:off x="3635638" y="1656000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3" name="Google Shape;383;p71"/>
          <p:cNvSpPr txBox="1"/>
          <p:nvPr>
            <p:ph idx="3" type="subTitle"/>
          </p:nvPr>
        </p:nvSpPr>
        <p:spPr>
          <a:xfrm>
            <a:off x="6395125" y="1656000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4" name="Google Shape;384;p71"/>
          <p:cNvSpPr txBox="1"/>
          <p:nvPr>
            <p:ph idx="4" type="subTitle"/>
          </p:nvPr>
        </p:nvSpPr>
        <p:spPr>
          <a:xfrm>
            <a:off x="1043413" y="1927650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9678A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5" name="Google Shape;385;p71"/>
          <p:cNvSpPr txBox="1"/>
          <p:nvPr>
            <p:ph idx="5" type="subTitle"/>
          </p:nvPr>
        </p:nvSpPr>
        <p:spPr>
          <a:xfrm>
            <a:off x="3635638" y="1927650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9678A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6" name="Google Shape;386;p71"/>
          <p:cNvSpPr txBox="1"/>
          <p:nvPr>
            <p:ph idx="6" type="subTitle"/>
          </p:nvPr>
        </p:nvSpPr>
        <p:spPr>
          <a:xfrm>
            <a:off x="6395125" y="1927650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9678A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7" name="Google Shape;387;p71"/>
          <p:cNvSpPr/>
          <p:nvPr/>
        </p:nvSpPr>
        <p:spPr>
          <a:xfrm>
            <a:off x="-477853" y="3952380"/>
            <a:ext cx="10176207" cy="1288268"/>
          </a:xfrm>
          <a:custGeom>
            <a:rect b="b" l="l" r="r" t="t"/>
            <a:pathLst>
              <a:path extrusionOk="0" h="40293" w="318280">
                <a:moveTo>
                  <a:pt x="39554" y="0"/>
                </a:moveTo>
                <a:lnTo>
                  <a:pt x="38530" y="12"/>
                </a:lnTo>
                <a:lnTo>
                  <a:pt x="36506" y="108"/>
                </a:lnTo>
                <a:lnTo>
                  <a:pt x="34518" y="310"/>
                </a:lnTo>
                <a:lnTo>
                  <a:pt x="32553" y="620"/>
                </a:lnTo>
                <a:lnTo>
                  <a:pt x="30624" y="1012"/>
                </a:lnTo>
                <a:lnTo>
                  <a:pt x="28719" y="1501"/>
                </a:lnTo>
                <a:lnTo>
                  <a:pt x="26862" y="2072"/>
                </a:lnTo>
                <a:lnTo>
                  <a:pt x="25052" y="2739"/>
                </a:lnTo>
                <a:lnTo>
                  <a:pt x="23278" y="3489"/>
                </a:lnTo>
                <a:lnTo>
                  <a:pt x="21539" y="4323"/>
                </a:lnTo>
                <a:lnTo>
                  <a:pt x="19861" y="5239"/>
                </a:lnTo>
                <a:lnTo>
                  <a:pt x="18229" y="6228"/>
                </a:lnTo>
                <a:lnTo>
                  <a:pt x="16658" y="7299"/>
                </a:lnTo>
                <a:lnTo>
                  <a:pt x="15134" y="8430"/>
                </a:lnTo>
                <a:lnTo>
                  <a:pt x="13669" y="9645"/>
                </a:lnTo>
                <a:lnTo>
                  <a:pt x="12264" y="10919"/>
                </a:lnTo>
                <a:lnTo>
                  <a:pt x="10919" y="12264"/>
                </a:lnTo>
                <a:lnTo>
                  <a:pt x="9645" y="13669"/>
                </a:lnTo>
                <a:lnTo>
                  <a:pt x="8430" y="15134"/>
                </a:lnTo>
                <a:lnTo>
                  <a:pt x="7287" y="16658"/>
                </a:lnTo>
                <a:lnTo>
                  <a:pt x="6227" y="18241"/>
                </a:lnTo>
                <a:lnTo>
                  <a:pt x="5239" y="19873"/>
                </a:lnTo>
                <a:lnTo>
                  <a:pt x="4322" y="21552"/>
                </a:lnTo>
                <a:lnTo>
                  <a:pt x="3489" y="23278"/>
                </a:lnTo>
                <a:lnTo>
                  <a:pt x="2739" y="25052"/>
                </a:lnTo>
                <a:lnTo>
                  <a:pt x="2072" y="26874"/>
                </a:lnTo>
                <a:lnTo>
                  <a:pt x="1488" y="28731"/>
                </a:lnTo>
                <a:lnTo>
                  <a:pt x="1012" y="30624"/>
                </a:lnTo>
                <a:lnTo>
                  <a:pt x="607" y="32553"/>
                </a:lnTo>
                <a:lnTo>
                  <a:pt x="310" y="34518"/>
                </a:lnTo>
                <a:lnTo>
                  <a:pt x="107" y="36518"/>
                </a:lnTo>
                <a:lnTo>
                  <a:pt x="0" y="38542"/>
                </a:lnTo>
                <a:lnTo>
                  <a:pt x="0" y="39566"/>
                </a:lnTo>
                <a:lnTo>
                  <a:pt x="318279" y="40293"/>
                </a:lnTo>
                <a:lnTo>
                  <a:pt x="318279" y="39269"/>
                </a:lnTo>
                <a:lnTo>
                  <a:pt x="318172" y="37257"/>
                </a:lnTo>
                <a:lnTo>
                  <a:pt x="317970" y="35256"/>
                </a:lnTo>
                <a:lnTo>
                  <a:pt x="317672" y="33292"/>
                </a:lnTo>
                <a:lnTo>
                  <a:pt x="317279" y="31363"/>
                </a:lnTo>
                <a:lnTo>
                  <a:pt x="316791" y="29470"/>
                </a:lnTo>
                <a:lnTo>
                  <a:pt x="316208" y="27612"/>
                </a:lnTo>
                <a:lnTo>
                  <a:pt x="315541" y="25790"/>
                </a:lnTo>
                <a:lnTo>
                  <a:pt x="314791" y="24016"/>
                </a:lnTo>
                <a:lnTo>
                  <a:pt x="313957" y="22290"/>
                </a:lnTo>
                <a:lnTo>
                  <a:pt x="313040" y="20599"/>
                </a:lnTo>
                <a:lnTo>
                  <a:pt x="312052" y="18968"/>
                </a:lnTo>
                <a:lnTo>
                  <a:pt x="310992" y="17396"/>
                </a:lnTo>
                <a:lnTo>
                  <a:pt x="309849" y="15872"/>
                </a:lnTo>
                <a:lnTo>
                  <a:pt x="308635" y="14408"/>
                </a:lnTo>
                <a:lnTo>
                  <a:pt x="307361" y="13003"/>
                </a:lnTo>
                <a:lnTo>
                  <a:pt x="306015" y="11657"/>
                </a:lnTo>
                <a:lnTo>
                  <a:pt x="304610" y="10383"/>
                </a:lnTo>
                <a:lnTo>
                  <a:pt x="303146" y="9169"/>
                </a:lnTo>
                <a:lnTo>
                  <a:pt x="301622" y="8037"/>
                </a:lnTo>
                <a:lnTo>
                  <a:pt x="300050" y="6966"/>
                </a:lnTo>
                <a:lnTo>
                  <a:pt x="298419" y="5978"/>
                </a:lnTo>
                <a:lnTo>
                  <a:pt x="296740" y="5061"/>
                </a:lnTo>
                <a:lnTo>
                  <a:pt x="295002" y="4227"/>
                </a:lnTo>
                <a:lnTo>
                  <a:pt x="293228" y="3477"/>
                </a:lnTo>
                <a:lnTo>
                  <a:pt x="291418" y="2810"/>
                </a:lnTo>
                <a:lnTo>
                  <a:pt x="289560" y="2239"/>
                </a:lnTo>
                <a:lnTo>
                  <a:pt x="287667" y="1751"/>
                </a:lnTo>
                <a:lnTo>
                  <a:pt x="285726" y="1358"/>
                </a:lnTo>
                <a:lnTo>
                  <a:pt x="283762" y="1048"/>
                </a:lnTo>
                <a:lnTo>
                  <a:pt x="281773" y="846"/>
                </a:lnTo>
                <a:lnTo>
                  <a:pt x="279749" y="750"/>
                </a:lnTo>
                <a:lnTo>
                  <a:pt x="278725" y="739"/>
                </a:lnTo>
                <a:lnTo>
                  <a:pt x="277951" y="739"/>
                </a:lnTo>
                <a:lnTo>
                  <a:pt x="276415" y="798"/>
                </a:lnTo>
                <a:lnTo>
                  <a:pt x="274879" y="917"/>
                </a:lnTo>
                <a:lnTo>
                  <a:pt x="273355" y="1096"/>
                </a:lnTo>
                <a:lnTo>
                  <a:pt x="271843" y="1334"/>
                </a:lnTo>
                <a:lnTo>
                  <a:pt x="270343" y="1632"/>
                </a:lnTo>
                <a:lnTo>
                  <a:pt x="268854" y="1977"/>
                </a:lnTo>
                <a:lnTo>
                  <a:pt x="267378" y="2394"/>
                </a:lnTo>
                <a:lnTo>
                  <a:pt x="265925" y="2858"/>
                </a:lnTo>
                <a:lnTo>
                  <a:pt x="264485" y="3382"/>
                </a:lnTo>
                <a:lnTo>
                  <a:pt x="263068" y="3953"/>
                </a:lnTo>
                <a:lnTo>
                  <a:pt x="261675" y="4596"/>
                </a:lnTo>
                <a:lnTo>
                  <a:pt x="260305" y="5275"/>
                </a:lnTo>
                <a:lnTo>
                  <a:pt x="258960" y="6025"/>
                </a:lnTo>
                <a:lnTo>
                  <a:pt x="257650" y="6811"/>
                </a:lnTo>
                <a:lnTo>
                  <a:pt x="256364" y="7668"/>
                </a:lnTo>
                <a:lnTo>
                  <a:pt x="255733" y="8109"/>
                </a:lnTo>
                <a:lnTo>
                  <a:pt x="255055" y="7633"/>
                </a:lnTo>
                <a:lnTo>
                  <a:pt x="253697" y="6728"/>
                </a:lnTo>
                <a:lnTo>
                  <a:pt x="252316" y="5894"/>
                </a:lnTo>
                <a:lnTo>
                  <a:pt x="250899" y="5108"/>
                </a:lnTo>
                <a:lnTo>
                  <a:pt x="249470" y="4394"/>
                </a:lnTo>
                <a:lnTo>
                  <a:pt x="248018" y="3739"/>
                </a:lnTo>
                <a:lnTo>
                  <a:pt x="246541" y="3144"/>
                </a:lnTo>
                <a:lnTo>
                  <a:pt x="245053" y="2608"/>
                </a:lnTo>
                <a:lnTo>
                  <a:pt x="243541" y="2132"/>
                </a:lnTo>
                <a:lnTo>
                  <a:pt x="242017" y="1727"/>
                </a:lnTo>
                <a:lnTo>
                  <a:pt x="240493" y="1382"/>
                </a:lnTo>
                <a:lnTo>
                  <a:pt x="238945" y="1096"/>
                </a:lnTo>
                <a:lnTo>
                  <a:pt x="237397" y="870"/>
                </a:lnTo>
                <a:lnTo>
                  <a:pt x="235837" y="703"/>
                </a:lnTo>
                <a:lnTo>
                  <a:pt x="234277" y="608"/>
                </a:lnTo>
                <a:lnTo>
                  <a:pt x="232717" y="560"/>
                </a:lnTo>
                <a:lnTo>
                  <a:pt x="231158" y="584"/>
                </a:lnTo>
                <a:lnTo>
                  <a:pt x="229598" y="667"/>
                </a:lnTo>
                <a:lnTo>
                  <a:pt x="228038" y="810"/>
                </a:lnTo>
                <a:lnTo>
                  <a:pt x="226490" y="1012"/>
                </a:lnTo>
                <a:lnTo>
                  <a:pt x="224954" y="1286"/>
                </a:lnTo>
                <a:lnTo>
                  <a:pt x="223418" y="1620"/>
                </a:lnTo>
                <a:lnTo>
                  <a:pt x="221894" y="2001"/>
                </a:lnTo>
                <a:lnTo>
                  <a:pt x="220382" y="2453"/>
                </a:lnTo>
                <a:lnTo>
                  <a:pt x="218894" y="2965"/>
                </a:lnTo>
                <a:lnTo>
                  <a:pt x="217417" y="3537"/>
                </a:lnTo>
                <a:lnTo>
                  <a:pt x="215953" y="4180"/>
                </a:lnTo>
                <a:lnTo>
                  <a:pt x="214524" y="4870"/>
                </a:lnTo>
                <a:lnTo>
                  <a:pt x="213107" y="5632"/>
                </a:lnTo>
                <a:lnTo>
                  <a:pt x="211714" y="6454"/>
                </a:lnTo>
                <a:lnTo>
                  <a:pt x="210357" y="7335"/>
                </a:lnTo>
                <a:lnTo>
                  <a:pt x="209023" y="8276"/>
                </a:lnTo>
                <a:lnTo>
                  <a:pt x="208368" y="8764"/>
                </a:lnTo>
                <a:lnTo>
                  <a:pt x="207701" y="8264"/>
                </a:lnTo>
                <a:lnTo>
                  <a:pt x="206332" y="7299"/>
                </a:lnTo>
                <a:lnTo>
                  <a:pt x="204939" y="6406"/>
                </a:lnTo>
                <a:lnTo>
                  <a:pt x="203522" y="5573"/>
                </a:lnTo>
                <a:lnTo>
                  <a:pt x="202069" y="4799"/>
                </a:lnTo>
                <a:lnTo>
                  <a:pt x="200605" y="4096"/>
                </a:lnTo>
                <a:lnTo>
                  <a:pt x="199105" y="3453"/>
                </a:lnTo>
                <a:lnTo>
                  <a:pt x="197593" y="2882"/>
                </a:lnTo>
                <a:lnTo>
                  <a:pt x="196068" y="2370"/>
                </a:lnTo>
                <a:lnTo>
                  <a:pt x="194521" y="1917"/>
                </a:lnTo>
                <a:lnTo>
                  <a:pt x="192961" y="1536"/>
                </a:lnTo>
                <a:lnTo>
                  <a:pt x="191401" y="1215"/>
                </a:lnTo>
                <a:lnTo>
                  <a:pt x="189817" y="953"/>
                </a:lnTo>
                <a:lnTo>
                  <a:pt x="188234" y="762"/>
                </a:lnTo>
                <a:lnTo>
                  <a:pt x="186638" y="631"/>
                </a:lnTo>
                <a:lnTo>
                  <a:pt x="185055" y="572"/>
                </a:lnTo>
                <a:lnTo>
                  <a:pt x="183459" y="572"/>
                </a:lnTo>
                <a:lnTo>
                  <a:pt x="181864" y="631"/>
                </a:lnTo>
                <a:lnTo>
                  <a:pt x="180268" y="762"/>
                </a:lnTo>
                <a:lnTo>
                  <a:pt x="178685" y="953"/>
                </a:lnTo>
                <a:lnTo>
                  <a:pt x="177113" y="1215"/>
                </a:lnTo>
                <a:lnTo>
                  <a:pt x="175541" y="1536"/>
                </a:lnTo>
                <a:lnTo>
                  <a:pt x="173981" y="1917"/>
                </a:lnTo>
                <a:lnTo>
                  <a:pt x="172434" y="2370"/>
                </a:lnTo>
                <a:lnTo>
                  <a:pt x="170910" y="2882"/>
                </a:lnTo>
                <a:lnTo>
                  <a:pt x="169397" y="3453"/>
                </a:lnTo>
                <a:lnTo>
                  <a:pt x="167909" y="4096"/>
                </a:lnTo>
                <a:lnTo>
                  <a:pt x="166433" y="4799"/>
                </a:lnTo>
                <a:lnTo>
                  <a:pt x="164992" y="5573"/>
                </a:lnTo>
                <a:lnTo>
                  <a:pt x="163563" y="6406"/>
                </a:lnTo>
                <a:lnTo>
                  <a:pt x="162170" y="7299"/>
                </a:lnTo>
                <a:lnTo>
                  <a:pt x="160801" y="8264"/>
                </a:lnTo>
                <a:lnTo>
                  <a:pt x="160134" y="8764"/>
                </a:lnTo>
                <a:lnTo>
                  <a:pt x="159467" y="8264"/>
                </a:lnTo>
                <a:lnTo>
                  <a:pt x="158098" y="7299"/>
                </a:lnTo>
                <a:lnTo>
                  <a:pt x="156693" y="6394"/>
                </a:lnTo>
                <a:lnTo>
                  <a:pt x="155276" y="5561"/>
                </a:lnTo>
                <a:lnTo>
                  <a:pt x="153823" y="4787"/>
                </a:lnTo>
                <a:lnTo>
                  <a:pt x="152347" y="4084"/>
                </a:lnTo>
                <a:lnTo>
                  <a:pt x="150847" y="3441"/>
                </a:lnTo>
                <a:lnTo>
                  <a:pt x="149335" y="2870"/>
                </a:lnTo>
                <a:lnTo>
                  <a:pt x="147799" y="2358"/>
                </a:lnTo>
                <a:lnTo>
                  <a:pt x="146251" y="1905"/>
                </a:lnTo>
                <a:lnTo>
                  <a:pt x="144691" y="1524"/>
                </a:lnTo>
                <a:lnTo>
                  <a:pt x="143107" y="1203"/>
                </a:lnTo>
                <a:lnTo>
                  <a:pt x="141536" y="941"/>
                </a:lnTo>
                <a:lnTo>
                  <a:pt x="139940" y="750"/>
                </a:lnTo>
                <a:lnTo>
                  <a:pt x="138345" y="631"/>
                </a:lnTo>
                <a:lnTo>
                  <a:pt x="136749" y="572"/>
                </a:lnTo>
                <a:lnTo>
                  <a:pt x="135154" y="572"/>
                </a:lnTo>
                <a:lnTo>
                  <a:pt x="133546" y="643"/>
                </a:lnTo>
                <a:lnTo>
                  <a:pt x="131963" y="774"/>
                </a:lnTo>
                <a:lnTo>
                  <a:pt x="130367" y="965"/>
                </a:lnTo>
                <a:lnTo>
                  <a:pt x="128783" y="1227"/>
                </a:lnTo>
                <a:lnTo>
                  <a:pt x="127212" y="1548"/>
                </a:lnTo>
                <a:lnTo>
                  <a:pt x="125652" y="1941"/>
                </a:lnTo>
                <a:lnTo>
                  <a:pt x="124104" y="2394"/>
                </a:lnTo>
                <a:lnTo>
                  <a:pt x="122568" y="2918"/>
                </a:lnTo>
                <a:lnTo>
                  <a:pt x="121056" y="3501"/>
                </a:lnTo>
                <a:lnTo>
                  <a:pt x="119568" y="4144"/>
                </a:lnTo>
                <a:lnTo>
                  <a:pt x="118091" y="4858"/>
                </a:lnTo>
                <a:lnTo>
                  <a:pt x="116639" y="5632"/>
                </a:lnTo>
                <a:lnTo>
                  <a:pt x="115222" y="6466"/>
                </a:lnTo>
                <a:lnTo>
                  <a:pt x="113829" y="7371"/>
                </a:lnTo>
                <a:lnTo>
                  <a:pt x="112459" y="8347"/>
                </a:lnTo>
                <a:lnTo>
                  <a:pt x="111793" y="8859"/>
                </a:lnTo>
                <a:lnTo>
                  <a:pt x="111126" y="8359"/>
                </a:lnTo>
                <a:lnTo>
                  <a:pt x="109780" y="7418"/>
                </a:lnTo>
                <a:lnTo>
                  <a:pt x="108411" y="6537"/>
                </a:lnTo>
                <a:lnTo>
                  <a:pt x="107006" y="5716"/>
                </a:lnTo>
                <a:lnTo>
                  <a:pt x="105577" y="4965"/>
                </a:lnTo>
                <a:lnTo>
                  <a:pt x="104125" y="4263"/>
                </a:lnTo>
                <a:lnTo>
                  <a:pt x="102660" y="3632"/>
                </a:lnTo>
                <a:lnTo>
                  <a:pt x="101172" y="3060"/>
                </a:lnTo>
                <a:lnTo>
                  <a:pt x="99660" y="2560"/>
                </a:lnTo>
                <a:lnTo>
                  <a:pt x="98136" y="2108"/>
                </a:lnTo>
                <a:lnTo>
                  <a:pt x="96600" y="1727"/>
                </a:lnTo>
                <a:lnTo>
                  <a:pt x="95052" y="1405"/>
                </a:lnTo>
                <a:lnTo>
                  <a:pt x="93504" y="1155"/>
                </a:lnTo>
                <a:lnTo>
                  <a:pt x="91944" y="953"/>
                </a:lnTo>
                <a:lnTo>
                  <a:pt x="90372" y="822"/>
                </a:lnTo>
                <a:lnTo>
                  <a:pt x="88801" y="750"/>
                </a:lnTo>
                <a:lnTo>
                  <a:pt x="87229" y="739"/>
                </a:lnTo>
                <a:lnTo>
                  <a:pt x="85657" y="798"/>
                </a:lnTo>
                <a:lnTo>
                  <a:pt x="84086" y="905"/>
                </a:lnTo>
                <a:lnTo>
                  <a:pt x="82526" y="1084"/>
                </a:lnTo>
                <a:lnTo>
                  <a:pt x="80966" y="1334"/>
                </a:lnTo>
                <a:lnTo>
                  <a:pt x="79418" y="1632"/>
                </a:lnTo>
                <a:lnTo>
                  <a:pt x="77870" y="2001"/>
                </a:lnTo>
                <a:lnTo>
                  <a:pt x="76346" y="2417"/>
                </a:lnTo>
                <a:lnTo>
                  <a:pt x="74834" y="2918"/>
                </a:lnTo>
                <a:lnTo>
                  <a:pt x="73334" y="3465"/>
                </a:lnTo>
                <a:lnTo>
                  <a:pt x="71857" y="4084"/>
                </a:lnTo>
                <a:lnTo>
                  <a:pt x="70405" y="4751"/>
                </a:lnTo>
                <a:lnTo>
                  <a:pt x="68964" y="5501"/>
                </a:lnTo>
                <a:lnTo>
                  <a:pt x="67559" y="6299"/>
                </a:lnTo>
                <a:lnTo>
                  <a:pt x="66166" y="7168"/>
                </a:lnTo>
                <a:lnTo>
                  <a:pt x="64809" y="8085"/>
                </a:lnTo>
                <a:lnTo>
                  <a:pt x="64142" y="8585"/>
                </a:lnTo>
                <a:lnTo>
                  <a:pt x="63487" y="8061"/>
                </a:lnTo>
                <a:lnTo>
                  <a:pt x="62141" y="7073"/>
                </a:lnTo>
                <a:lnTo>
                  <a:pt x="60760" y="6156"/>
                </a:lnTo>
                <a:lnTo>
                  <a:pt x="59331" y="5299"/>
                </a:lnTo>
                <a:lnTo>
                  <a:pt x="57879" y="4489"/>
                </a:lnTo>
                <a:lnTo>
                  <a:pt x="56402" y="3763"/>
                </a:lnTo>
                <a:lnTo>
                  <a:pt x="54890" y="3084"/>
                </a:lnTo>
                <a:lnTo>
                  <a:pt x="53354" y="2477"/>
                </a:lnTo>
                <a:lnTo>
                  <a:pt x="51794" y="1929"/>
                </a:lnTo>
                <a:lnTo>
                  <a:pt x="50223" y="1453"/>
                </a:lnTo>
                <a:lnTo>
                  <a:pt x="48615" y="1036"/>
                </a:lnTo>
                <a:lnTo>
                  <a:pt x="46996" y="703"/>
                </a:lnTo>
                <a:lnTo>
                  <a:pt x="45365" y="417"/>
                </a:lnTo>
                <a:lnTo>
                  <a:pt x="43722" y="215"/>
                </a:lnTo>
                <a:lnTo>
                  <a:pt x="42055" y="72"/>
                </a:lnTo>
                <a:lnTo>
                  <a:pt x="40388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1"/>
          <p:cNvSpPr txBox="1"/>
          <p:nvPr>
            <p:ph type="ctrTitle"/>
          </p:nvPr>
        </p:nvSpPr>
        <p:spPr>
          <a:xfrm>
            <a:off x="988725" y="729900"/>
            <a:ext cx="71667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9" name="Google Shape;389;p71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71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91" name="Google Shape;391;p71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392" name="Google Shape;392;p71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71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71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1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" name="Google Shape;396;p71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1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1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1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1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71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1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1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4" name="Google Shape;404;p71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1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06" name="Google Shape;406;p71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407" name="Google Shape;407;p71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71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71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71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1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1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1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1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1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1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1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1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1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0">
    <p:bg>
      <p:bgPr>
        <a:solidFill>
          <a:srgbClr val="F6F7E3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2" title="XXX"/>
          <p:cNvSpPr txBox="1"/>
          <p:nvPr>
            <p:ph type="title"/>
          </p:nvPr>
        </p:nvSpPr>
        <p:spPr>
          <a:xfrm>
            <a:off x="-56" y="1536450"/>
            <a:ext cx="9147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1600"/>
              <a:buFont typeface="Lato"/>
              <a:buNone/>
              <a:defRPr i="0" sz="16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422" name="Google Shape;422;p72"/>
          <p:cNvSpPr txBox="1"/>
          <p:nvPr>
            <p:ph idx="2" type="title"/>
          </p:nvPr>
        </p:nvSpPr>
        <p:spPr>
          <a:xfrm>
            <a:off x="-1644" y="866775"/>
            <a:ext cx="91473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b="1"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3" name="Google Shape;423;p72"/>
          <p:cNvSpPr txBox="1"/>
          <p:nvPr>
            <p:ph idx="3" type="title"/>
          </p:nvPr>
        </p:nvSpPr>
        <p:spPr>
          <a:xfrm>
            <a:off x="6" y="2250974"/>
            <a:ext cx="91473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b="1"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4" name="Google Shape;424;p72"/>
          <p:cNvSpPr txBox="1"/>
          <p:nvPr>
            <p:ph idx="4" type="title"/>
          </p:nvPr>
        </p:nvSpPr>
        <p:spPr>
          <a:xfrm>
            <a:off x="6" y="3589077"/>
            <a:ext cx="91473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b="1"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5700"/>
              <a:buFont typeface="Lato"/>
              <a:buNone/>
              <a:defRPr sz="57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5" name="Google Shape;425;p72" title="XXX"/>
          <p:cNvSpPr txBox="1"/>
          <p:nvPr>
            <p:ph idx="5" type="title"/>
          </p:nvPr>
        </p:nvSpPr>
        <p:spPr>
          <a:xfrm>
            <a:off x="-56" y="2909767"/>
            <a:ext cx="9147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1600"/>
              <a:buFont typeface="Lato"/>
              <a:buNone/>
              <a:defRPr i="0" sz="16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426" name="Google Shape;426;p72" title="XXX"/>
          <p:cNvSpPr txBox="1"/>
          <p:nvPr>
            <p:ph idx="6" type="title"/>
          </p:nvPr>
        </p:nvSpPr>
        <p:spPr>
          <a:xfrm>
            <a:off x="-56" y="4247870"/>
            <a:ext cx="91473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889"/>
              </a:buClr>
              <a:buSzPts val="1600"/>
              <a:buFont typeface="Lato"/>
              <a:buNone/>
              <a:defRPr i="0" sz="1600">
                <a:solidFill>
                  <a:srgbClr val="0D688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cxnSp>
        <p:nvCxnSpPr>
          <p:cNvPr id="427" name="Google Shape;427;p72"/>
          <p:cNvCxnSpPr/>
          <p:nvPr/>
        </p:nvCxnSpPr>
        <p:spPr>
          <a:xfrm>
            <a:off x="-60900" y="2016346"/>
            <a:ext cx="92865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72"/>
          <p:cNvCxnSpPr/>
          <p:nvPr/>
        </p:nvCxnSpPr>
        <p:spPr>
          <a:xfrm>
            <a:off x="-60900" y="3400754"/>
            <a:ext cx="92865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9" name="Google Shape;429;p72"/>
          <p:cNvGrpSpPr/>
          <p:nvPr/>
        </p:nvGrpSpPr>
        <p:grpSpPr>
          <a:xfrm>
            <a:off x="-140424" y="4062231"/>
            <a:ext cx="1522379" cy="1182937"/>
            <a:chOff x="-280849" y="8124462"/>
            <a:chExt cx="3044759" cy="2365873"/>
          </a:xfrm>
        </p:grpSpPr>
        <p:sp>
          <p:nvSpPr>
            <p:cNvPr id="430" name="Google Shape;430;p72"/>
            <p:cNvSpPr/>
            <p:nvPr/>
          </p:nvSpPr>
          <p:spPr>
            <a:xfrm>
              <a:off x="468630" y="8293170"/>
              <a:ext cx="1378217" cy="2197164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72"/>
            <p:cNvSpPr/>
            <p:nvPr/>
          </p:nvSpPr>
          <p:spPr>
            <a:xfrm>
              <a:off x="372386" y="8761345"/>
              <a:ext cx="965779" cy="1728989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72"/>
            <p:cNvSpPr/>
            <p:nvPr/>
          </p:nvSpPr>
          <p:spPr>
            <a:xfrm>
              <a:off x="-280849" y="8124462"/>
              <a:ext cx="1147094" cy="236587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72"/>
            <p:cNvSpPr/>
            <p:nvPr/>
          </p:nvSpPr>
          <p:spPr>
            <a:xfrm>
              <a:off x="63245" y="9049328"/>
              <a:ext cx="346715" cy="1441006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72"/>
            <p:cNvSpPr/>
            <p:nvPr/>
          </p:nvSpPr>
          <p:spPr>
            <a:xfrm>
              <a:off x="272803" y="9385214"/>
              <a:ext cx="2491107" cy="1105120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72"/>
            <p:cNvSpPr/>
            <p:nvPr/>
          </p:nvSpPr>
          <p:spPr>
            <a:xfrm>
              <a:off x="505423" y="9862346"/>
              <a:ext cx="1373754" cy="62798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72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437" name="Google Shape;437;p72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72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72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0" name="Google Shape;440;p72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2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2" name="Google Shape;442;p72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443" name="Google Shape;443;p72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72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5" name="Google Shape;445;p72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2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7" name="Google Shape;447;p72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2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2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2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2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2" name="Google Shape;452;p72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72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72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" name="Google Shape;455;p72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2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57" name="Google Shape;457;p72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458" name="Google Shape;458;p72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72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72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72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72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2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2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2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72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2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72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2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2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p72"/>
          <p:cNvGrpSpPr/>
          <p:nvPr/>
        </p:nvGrpSpPr>
        <p:grpSpPr>
          <a:xfrm>
            <a:off x="7714800" y="4062231"/>
            <a:ext cx="1522379" cy="1182937"/>
            <a:chOff x="15124800" y="7819662"/>
            <a:chExt cx="3044759" cy="2365873"/>
          </a:xfrm>
        </p:grpSpPr>
        <p:sp>
          <p:nvSpPr>
            <p:cNvPr id="472" name="Google Shape;472;p72"/>
            <p:cNvSpPr/>
            <p:nvPr/>
          </p:nvSpPr>
          <p:spPr>
            <a:xfrm flipH="1">
              <a:off x="16041864" y="7988370"/>
              <a:ext cx="1378217" cy="2197164"/>
            </a:xfrm>
            <a:custGeom>
              <a:rect b="b" l="l" r="r" t="t"/>
              <a:pathLst>
                <a:path extrusionOk="0" h="70405" w="44163">
                  <a:moveTo>
                    <a:pt x="42626" y="0"/>
                  </a:moveTo>
                  <a:lnTo>
                    <a:pt x="41221" y="417"/>
                  </a:lnTo>
                  <a:lnTo>
                    <a:pt x="38483" y="1381"/>
                  </a:lnTo>
                  <a:lnTo>
                    <a:pt x="35804" y="2453"/>
                  </a:lnTo>
                  <a:lnTo>
                    <a:pt x="33208" y="3656"/>
                  </a:lnTo>
                  <a:lnTo>
                    <a:pt x="30684" y="4977"/>
                  </a:lnTo>
                  <a:lnTo>
                    <a:pt x="28243" y="6406"/>
                  </a:lnTo>
                  <a:lnTo>
                    <a:pt x="25897" y="7930"/>
                  </a:lnTo>
                  <a:lnTo>
                    <a:pt x="23623" y="9573"/>
                  </a:lnTo>
                  <a:lnTo>
                    <a:pt x="21444" y="11312"/>
                  </a:lnTo>
                  <a:lnTo>
                    <a:pt x="19361" y="13133"/>
                  </a:lnTo>
                  <a:lnTo>
                    <a:pt x="17360" y="15062"/>
                  </a:lnTo>
                  <a:lnTo>
                    <a:pt x="15455" y="17075"/>
                  </a:lnTo>
                  <a:lnTo>
                    <a:pt x="13657" y="19158"/>
                  </a:lnTo>
                  <a:lnTo>
                    <a:pt x="11955" y="21325"/>
                  </a:lnTo>
                  <a:lnTo>
                    <a:pt x="10359" y="23576"/>
                  </a:lnTo>
                  <a:lnTo>
                    <a:pt x="8859" y="25886"/>
                  </a:lnTo>
                  <a:lnTo>
                    <a:pt x="7478" y="28255"/>
                  </a:lnTo>
                  <a:lnTo>
                    <a:pt x="6204" y="30696"/>
                  </a:lnTo>
                  <a:lnTo>
                    <a:pt x="5037" y="33196"/>
                  </a:lnTo>
                  <a:lnTo>
                    <a:pt x="3989" y="35744"/>
                  </a:lnTo>
                  <a:lnTo>
                    <a:pt x="3060" y="38340"/>
                  </a:lnTo>
                  <a:lnTo>
                    <a:pt x="2239" y="40983"/>
                  </a:lnTo>
                  <a:lnTo>
                    <a:pt x="1548" y="43674"/>
                  </a:lnTo>
                  <a:lnTo>
                    <a:pt x="989" y="46389"/>
                  </a:lnTo>
                  <a:lnTo>
                    <a:pt x="548" y="49151"/>
                  </a:lnTo>
                  <a:lnTo>
                    <a:pt x="227" y="51926"/>
                  </a:lnTo>
                  <a:lnTo>
                    <a:pt x="48" y="54736"/>
                  </a:lnTo>
                  <a:lnTo>
                    <a:pt x="0" y="57557"/>
                  </a:lnTo>
                  <a:lnTo>
                    <a:pt x="96" y="60403"/>
                  </a:lnTo>
                  <a:lnTo>
                    <a:pt x="322" y="63249"/>
                  </a:lnTo>
                  <a:lnTo>
                    <a:pt x="691" y="66106"/>
                  </a:lnTo>
                  <a:lnTo>
                    <a:pt x="1203" y="68976"/>
                  </a:lnTo>
                  <a:lnTo>
                    <a:pt x="1524" y="70405"/>
                  </a:lnTo>
                  <a:lnTo>
                    <a:pt x="2929" y="69976"/>
                  </a:lnTo>
                  <a:lnTo>
                    <a:pt x="5680" y="69024"/>
                  </a:lnTo>
                  <a:lnTo>
                    <a:pt x="8359" y="67940"/>
                  </a:lnTo>
                  <a:lnTo>
                    <a:pt x="10966" y="66738"/>
                  </a:lnTo>
                  <a:lnTo>
                    <a:pt x="13491" y="65428"/>
                  </a:lnTo>
                  <a:lnTo>
                    <a:pt x="15932" y="63999"/>
                  </a:lnTo>
                  <a:lnTo>
                    <a:pt x="18289" y="62463"/>
                  </a:lnTo>
                  <a:lnTo>
                    <a:pt x="20563" y="60832"/>
                  </a:lnTo>
                  <a:lnTo>
                    <a:pt x="22742" y="59093"/>
                  </a:lnTo>
                  <a:lnTo>
                    <a:pt x="24838" y="57260"/>
                  </a:lnTo>
                  <a:lnTo>
                    <a:pt x="26826" y="55343"/>
                  </a:lnTo>
                  <a:lnTo>
                    <a:pt x="28731" y="53342"/>
                  </a:lnTo>
                  <a:lnTo>
                    <a:pt x="30541" y="51247"/>
                  </a:lnTo>
                  <a:lnTo>
                    <a:pt x="32244" y="49080"/>
                  </a:lnTo>
                  <a:lnTo>
                    <a:pt x="33839" y="46841"/>
                  </a:lnTo>
                  <a:lnTo>
                    <a:pt x="35328" y="44531"/>
                  </a:lnTo>
                  <a:lnTo>
                    <a:pt x="36721" y="42162"/>
                  </a:lnTo>
                  <a:lnTo>
                    <a:pt x="37995" y="39721"/>
                  </a:lnTo>
                  <a:lnTo>
                    <a:pt x="39162" y="37233"/>
                  </a:lnTo>
                  <a:lnTo>
                    <a:pt x="40209" y="34685"/>
                  </a:lnTo>
                  <a:lnTo>
                    <a:pt x="41138" y="32077"/>
                  </a:lnTo>
                  <a:lnTo>
                    <a:pt x="41948" y="29446"/>
                  </a:lnTo>
                  <a:lnTo>
                    <a:pt x="42638" y="26755"/>
                  </a:lnTo>
                  <a:lnTo>
                    <a:pt x="43198" y="24040"/>
                  </a:lnTo>
                  <a:lnTo>
                    <a:pt x="43639" y="21278"/>
                  </a:lnTo>
                  <a:lnTo>
                    <a:pt x="43948" y="18503"/>
                  </a:lnTo>
                  <a:lnTo>
                    <a:pt x="44127" y="15693"/>
                  </a:lnTo>
                  <a:lnTo>
                    <a:pt x="44162" y="12860"/>
                  </a:lnTo>
                  <a:lnTo>
                    <a:pt x="44067" y="10026"/>
                  </a:lnTo>
                  <a:lnTo>
                    <a:pt x="43841" y="7168"/>
                  </a:lnTo>
                  <a:lnTo>
                    <a:pt x="43472" y="4299"/>
                  </a:lnTo>
                  <a:lnTo>
                    <a:pt x="42948" y="1429"/>
                  </a:lnTo>
                  <a:lnTo>
                    <a:pt x="42626" y="0"/>
                  </a:lnTo>
                  <a:close/>
                </a:path>
              </a:pathLst>
            </a:custGeom>
            <a:solidFill>
              <a:srgbClr val="9AD1C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72"/>
            <p:cNvSpPr/>
            <p:nvPr/>
          </p:nvSpPr>
          <p:spPr>
            <a:xfrm flipH="1">
              <a:off x="16550546" y="8456545"/>
              <a:ext cx="965779" cy="1728989"/>
            </a:xfrm>
            <a:custGeom>
              <a:rect b="b" l="l" r="r" t="t"/>
              <a:pathLst>
                <a:path extrusionOk="0" fill="none" h="55403" w="30947">
                  <a:moveTo>
                    <a:pt x="0" y="55402"/>
                  </a:moveTo>
                  <a:lnTo>
                    <a:pt x="30946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72"/>
            <p:cNvSpPr/>
            <p:nvPr/>
          </p:nvSpPr>
          <p:spPr>
            <a:xfrm flipH="1">
              <a:off x="17022465" y="7819662"/>
              <a:ext cx="1147094" cy="2365872"/>
            </a:xfrm>
            <a:custGeom>
              <a:rect b="b" l="l" r="r" t="t"/>
              <a:pathLst>
                <a:path extrusionOk="0" h="75811" w="36757">
                  <a:moveTo>
                    <a:pt x="27779" y="0"/>
                  </a:moveTo>
                  <a:lnTo>
                    <a:pt x="26624" y="798"/>
                  </a:lnTo>
                  <a:lnTo>
                    <a:pt x="24385" y="2477"/>
                  </a:lnTo>
                  <a:lnTo>
                    <a:pt x="22230" y="4227"/>
                  </a:lnTo>
                  <a:lnTo>
                    <a:pt x="20182" y="6061"/>
                  </a:lnTo>
                  <a:lnTo>
                    <a:pt x="18218" y="7966"/>
                  </a:lnTo>
                  <a:lnTo>
                    <a:pt x="16360" y="9942"/>
                  </a:lnTo>
                  <a:lnTo>
                    <a:pt x="14586" y="11990"/>
                  </a:lnTo>
                  <a:lnTo>
                    <a:pt x="12919" y="14098"/>
                  </a:lnTo>
                  <a:lnTo>
                    <a:pt x="11348" y="16265"/>
                  </a:lnTo>
                  <a:lnTo>
                    <a:pt x="9871" y="18479"/>
                  </a:lnTo>
                  <a:lnTo>
                    <a:pt x="8490" y="20753"/>
                  </a:lnTo>
                  <a:lnTo>
                    <a:pt x="7216" y="23087"/>
                  </a:lnTo>
                  <a:lnTo>
                    <a:pt x="6037" y="25457"/>
                  </a:lnTo>
                  <a:lnTo>
                    <a:pt x="4966" y="27874"/>
                  </a:lnTo>
                  <a:lnTo>
                    <a:pt x="4001" y="30315"/>
                  </a:lnTo>
                  <a:lnTo>
                    <a:pt x="3132" y="32803"/>
                  </a:lnTo>
                  <a:lnTo>
                    <a:pt x="2370" y="35327"/>
                  </a:lnTo>
                  <a:lnTo>
                    <a:pt x="1703" y="37875"/>
                  </a:lnTo>
                  <a:lnTo>
                    <a:pt x="1155" y="40447"/>
                  </a:lnTo>
                  <a:lnTo>
                    <a:pt x="703" y="43043"/>
                  </a:lnTo>
                  <a:lnTo>
                    <a:pt x="370" y="45650"/>
                  </a:lnTo>
                  <a:lnTo>
                    <a:pt x="131" y="48270"/>
                  </a:lnTo>
                  <a:lnTo>
                    <a:pt x="12" y="50913"/>
                  </a:lnTo>
                  <a:lnTo>
                    <a:pt x="0" y="53557"/>
                  </a:lnTo>
                  <a:lnTo>
                    <a:pt x="96" y="56200"/>
                  </a:lnTo>
                  <a:lnTo>
                    <a:pt x="298" y="58843"/>
                  </a:lnTo>
                  <a:lnTo>
                    <a:pt x="620" y="61486"/>
                  </a:lnTo>
                  <a:lnTo>
                    <a:pt x="1060" y="64130"/>
                  </a:lnTo>
                  <a:lnTo>
                    <a:pt x="1596" y="66749"/>
                  </a:lnTo>
                  <a:lnTo>
                    <a:pt x="2263" y="69369"/>
                  </a:lnTo>
                  <a:lnTo>
                    <a:pt x="3037" y="71964"/>
                  </a:lnTo>
                  <a:lnTo>
                    <a:pt x="3930" y="74536"/>
                  </a:lnTo>
                  <a:lnTo>
                    <a:pt x="4418" y="75810"/>
                  </a:lnTo>
                  <a:lnTo>
                    <a:pt x="19908" y="75798"/>
                  </a:lnTo>
                  <a:lnTo>
                    <a:pt x="20778" y="74846"/>
                  </a:lnTo>
                  <a:lnTo>
                    <a:pt x="22433" y="72881"/>
                  </a:lnTo>
                  <a:lnTo>
                    <a:pt x="24016" y="70857"/>
                  </a:lnTo>
                  <a:lnTo>
                    <a:pt x="25505" y="68785"/>
                  </a:lnTo>
                  <a:lnTo>
                    <a:pt x="26898" y="66654"/>
                  </a:lnTo>
                  <a:lnTo>
                    <a:pt x="28207" y="64475"/>
                  </a:lnTo>
                  <a:lnTo>
                    <a:pt x="29422" y="62260"/>
                  </a:lnTo>
                  <a:lnTo>
                    <a:pt x="30553" y="59998"/>
                  </a:lnTo>
                  <a:lnTo>
                    <a:pt x="31589" y="57688"/>
                  </a:lnTo>
                  <a:lnTo>
                    <a:pt x="32542" y="55354"/>
                  </a:lnTo>
                  <a:lnTo>
                    <a:pt x="33387" y="52985"/>
                  </a:lnTo>
                  <a:lnTo>
                    <a:pt x="34149" y="50592"/>
                  </a:lnTo>
                  <a:lnTo>
                    <a:pt x="34804" y="48163"/>
                  </a:lnTo>
                  <a:lnTo>
                    <a:pt x="35375" y="45710"/>
                  </a:lnTo>
                  <a:lnTo>
                    <a:pt x="35840" y="43245"/>
                  </a:lnTo>
                  <a:lnTo>
                    <a:pt x="36221" y="40757"/>
                  </a:lnTo>
                  <a:lnTo>
                    <a:pt x="36495" y="38256"/>
                  </a:lnTo>
                  <a:lnTo>
                    <a:pt x="36673" y="35744"/>
                  </a:lnTo>
                  <a:lnTo>
                    <a:pt x="36757" y="33220"/>
                  </a:lnTo>
                  <a:lnTo>
                    <a:pt x="36733" y="30696"/>
                  </a:lnTo>
                  <a:lnTo>
                    <a:pt x="36614" y="28171"/>
                  </a:lnTo>
                  <a:lnTo>
                    <a:pt x="36387" y="25635"/>
                  </a:lnTo>
                  <a:lnTo>
                    <a:pt x="36066" y="23123"/>
                  </a:lnTo>
                  <a:lnTo>
                    <a:pt x="35637" y="20611"/>
                  </a:lnTo>
                  <a:lnTo>
                    <a:pt x="35113" y="18098"/>
                  </a:lnTo>
                  <a:lnTo>
                    <a:pt x="34482" y="15610"/>
                  </a:lnTo>
                  <a:lnTo>
                    <a:pt x="33744" y="13145"/>
                  </a:lnTo>
                  <a:lnTo>
                    <a:pt x="32899" y="10692"/>
                  </a:lnTo>
                  <a:lnTo>
                    <a:pt x="31946" y="8263"/>
                  </a:lnTo>
                  <a:lnTo>
                    <a:pt x="30898" y="5858"/>
                  </a:lnTo>
                  <a:lnTo>
                    <a:pt x="29732" y="3489"/>
                  </a:lnTo>
                  <a:lnTo>
                    <a:pt x="28469" y="1155"/>
                  </a:lnTo>
                  <a:lnTo>
                    <a:pt x="27779" y="0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72"/>
            <p:cNvSpPr/>
            <p:nvPr/>
          </p:nvSpPr>
          <p:spPr>
            <a:xfrm flipH="1">
              <a:off x="17478750" y="8744528"/>
              <a:ext cx="346715" cy="1441006"/>
            </a:xfrm>
            <a:custGeom>
              <a:rect b="b" l="l" r="r" t="t"/>
              <a:pathLst>
                <a:path extrusionOk="0" fill="none" h="46175" w="11110">
                  <a:moveTo>
                    <a:pt x="0" y="46175"/>
                  </a:moveTo>
                  <a:lnTo>
                    <a:pt x="11109" y="1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72"/>
            <p:cNvSpPr/>
            <p:nvPr/>
          </p:nvSpPr>
          <p:spPr>
            <a:xfrm flipH="1">
              <a:off x="15124800" y="9080414"/>
              <a:ext cx="2491107" cy="1105120"/>
            </a:xfrm>
            <a:custGeom>
              <a:rect b="b" l="l" r="r" t="t"/>
              <a:pathLst>
                <a:path extrusionOk="0" h="35412" w="79824">
                  <a:moveTo>
                    <a:pt x="57867" y="1"/>
                  </a:moveTo>
                  <a:lnTo>
                    <a:pt x="54950" y="60"/>
                  </a:lnTo>
                  <a:lnTo>
                    <a:pt x="52057" y="263"/>
                  </a:lnTo>
                  <a:lnTo>
                    <a:pt x="49175" y="596"/>
                  </a:lnTo>
                  <a:lnTo>
                    <a:pt x="46318" y="1060"/>
                  </a:lnTo>
                  <a:lnTo>
                    <a:pt x="43484" y="1644"/>
                  </a:lnTo>
                  <a:lnTo>
                    <a:pt x="40686" y="2346"/>
                  </a:lnTo>
                  <a:lnTo>
                    <a:pt x="37923" y="3180"/>
                  </a:lnTo>
                  <a:lnTo>
                    <a:pt x="35209" y="4120"/>
                  </a:lnTo>
                  <a:lnTo>
                    <a:pt x="32542" y="5192"/>
                  </a:lnTo>
                  <a:lnTo>
                    <a:pt x="29910" y="6371"/>
                  </a:lnTo>
                  <a:lnTo>
                    <a:pt x="27338" y="7669"/>
                  </a:lnTo>
                  <a:lnTo>
                    <a:pt x="24826" y="9074"/>
                  </a:lnTo>
                  <a:lnTo>
                    <a:pt x="22373" y="10598"/>
                  </a:lnTo>
                  <a:lnTo>
                    <a:pt x="19992" y="12229"/>
                  </a:lnTo>
                  <a:lnTo>
                    <a:pt x="17670" y="13967"/>
                  </a:lnTo>
                  <a:lnTo>
                    <a:pt x="15432" y="15801"/>
                  </a:lnTo>
                  <a:lnTo>
                    <a:pt x="13276" y="17742"/>
                  </a:lnTo>
                  <a:lnTo>
                    <a:pt x="11193" y="19790"/>
                  </a:lnTo>
                  <a:lnTo>
                    <a:pt x="9204" y="21933"/>
                  </a:lnTo>
                  <a:lnTo>
                    <a:pt x="7299" y="24171"/>
                  </a:lnTo>
                  <a:lnTo>
                    <a:pt x="5501" y="26505"/>
                  </a:lnTo>
                  <a:lnTo>
                    <a:pt x="3787" y="28934"/>
                  </a:lnTo>
                  <a:lnTo>
                    <a:pt x="2191" y="31458"/>
                  </a:lnTo>
                  <a:lnTo>
                    <a:pt x="703" y="34066"/>
                  </a:lnTo>
                  <a:lnTo>
                    <a:pt x="0" y="35411"/>
                  </a:lnTo>
                  <a:lnTo>
                    <a:pt x="51473" y="35090"/>
                  </a:lnTo>
                  <a:lnTo>
                    <a:pt x="52652" y="34435"/>
                  </a:lnTo>
                  <a:lnTo>
                    <a:pt x="54962" y="33030"/>
                  </a:lnTo>
                  <a:lnTo>
                    <a:pt x="57212" y="31542"/>
                  </a:lnTo>
                  <a:lnTo>
                    <a:pt x="59391" y="29970"/>
                  </a:lnTo>
                  <a:lnTo>
                    <a:pt x="61499" y="28303"/>
                  </a:lnTo>
                  <a:lnTo>
                    <a:pt x="63523" y="26553"/>
                  </a:lnTo>
                  <a:lnTo>
                    <a:pt x="65488" y="24731"/>
                  </a:lnTo>
                  <a:lnTo>
                    <a:pt x="67357" y="22826"/>
                  </a:lnTo>
                  <a:lnTo>
                    <a:pt x="69155" y="20849"/>
                  </a:lnTo>
                  <a:lnTo>
                    <a:pt x="70869" y="18789"/>
                  </a:lnTo>
                  <a:lnTo>
                    <a:pt x="72501" y="16670"/>
                  </a:lnTo>
                  <a:lnTo>
                    <a:pt x="74037" y="14467"/>
                  </a:lnTo>
                  <a:lnTo>
                    <a:pt x="75489" y="12217"/>
                  </a:lnTo>
                  <a:lnTo>
                    <a:pt x="76847" y="9895"/>
                  </a:lnTo>
                  <a:lnTo>
                    <a:pt x="78109" y="7514"/>
                  </a:lnTo>
                  <a:lnTo>
                    <a:pt x="79276" y="5073"/>
                  </a:lnTo>
                  <a:lnTo>
                    <a:pt x="79823" y="3835"/>
                  </a:lnTo>
                  <a:lnTo>
                    <a:pt x="78371" y="3323"/>
                  </a:lnTo>
                  <a:lnTo>
                    <a:pt x="75465" y="2430"/>
                  </a:lnTo>
                  <a:lnTo>
                    <a:pt x="72548" y="1668"/>
                  </a:lnTo>
                  <a:lnTo>
                    <a:pt x="69607" y="1060"/>
                  </a:lnTo>
                  <a:lnTo>
                    <a:pt x="66678" y="584"/>
                  </a:lnTo>
                  <a:lnTo>
                    <a:pt x="63737" y="251"/>
                  </a:lnTo>
                  <a:lnTo>
                    <a:pt x="60796" y="60"/>
                  </a:lnTo>
                  <a:lnTo>
                    <a:pt x="57867" y="1"/>
                  </a:lnTo>
                  <a:close/>
                </a:path>
              </a:pathLst>
            </a:custGeom>
            <a:solidFill>
              <a:srgbClr val="00A2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72"/>
            <p:cNvSpPr/>
            <p:nvPr/>
          </p:nvSpPr>
          <p:spPr>
            <a:xfrm flipH="1">
              <a:off x="16009533" y="9557546"/>
              <a:ext cx="1373754" cy="627989"/>
            </a:xfrm>
            <a:custGeom>
              <a:rect b="b" l="l" r="r" t="t"/>
              <a:pathLst>
                <a:path extrusionOk="0" fill="none" h="20123" w="44020">
                  <a:moveTo>
                    <a:pt x="0" y="20123"/>
                  </a:moveTo>
                  <a:lnTo>
                    <a:pt x="44019" y="0"/>
                  </a:lnTo>
                </a:path>
              </a:pathLst>
            </a:custGeom>
            <a:noFill/>
            <a:ln cap="flat" cmpd="sng" w="9525">
              <a:solidFill>
                <a:srgbClr val="0D6889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3"/>
          <p:cNvSpPr txBox="1"/>
          <p:nvPr>
            <p:ph type="ctrTitle"/>
          </p:nvPr>
        </p:nvSpPr>
        <p:spPr>
          <a:xfrm>
            <a:off x="988725" y="729900"/>
            <a:ext cx="71667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0" name="Google Shape;480;p73"/>
          <p:cNvSpPr txBox="1"/>
          <p:nvPr>
            <p:ph idx="1" type="subTitle"/>
          </p:nvPr>
        </p:nvSpPr>
        <p:spPr>
          <a:xfrm>
            <a:off x="1012500" y="2852363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1" name="Google Shape;481;p73"/>
          <p:cNvSpPr txBox="1"/>
          <p:nvPr>
            <p:ph idx="2" type="subTitle"/>
          </p:nvPr>
        </p:nvSpPr>
        <p:spPr>
          <a:xfrm>
            <a:off x="5207800" y="2852363"/>
            <a:ext cx="2885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2" name="Google Shape;482;p73"/>
          <p:cNvSpPr txBox="1"/>
          <p:nvPr>
            <p:ph idx="3" type="subTitle"/>
          </p:nvPr>
        </p:nvSpPr>
        <p:spPr>
          <a:xfrm>
            <a:off x="1207375" y="3262825"/>
            <a:ext cx="24957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9678A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3" name="Google Shape;483;p73"/>
          <p:cNvSpPr txBox="1"/>
          <p:nvPr>
            <p:ph idx="4" type="subTitle"/>
          </p:nvPr>
        </p:nvSpPr>
        <p:spPr>
          <a:xfrm>
            <a:off x="5426025" y="3262825"/>
            <a:ext cx="24489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9678A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84" name="Google Shape;484;p73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73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86" name="Google Shape;486;p73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487" name="Google Shape;487;p73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73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9" name="Google Shape;489;p73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3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" name="Google Shape;491;p73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3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73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73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73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73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73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73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9" name="Google Shape;499;p73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3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01" name="Google Shape;501;p73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502" name="Google Shape;502;p73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73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73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" name="Google Shape;505;p73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73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3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73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3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73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3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3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3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73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4"/>
          <p:cNvSpPr txBox="1"/>
          <p:nvPr>
            <p:ph type="ctrTitle"/>
          </p:nvPr>
        </p:nvSpPr>
        <p:spPr>
          <a:xfrm>
            <a:off x="736950" y="720000"/>
            <a:ext cx="32808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300"/>
              <a:buFont typeface="Lato"/>
              <a:buNone/>
              <a:defRPr b="1" i="0" sz="33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17" name="Google Shape;517;p74"/>
          <p:cNvSpPr txBox="1"/>
          <p:nvPr>
            <p:ph idx="1" type="subTitle"/>
          </p:nvPr>
        </p:nvSpPr>
        <p:spPr>
          <a:xfrm>
            <a:off x="739825" y="3249050"/>
            <a:ext cx="2739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A693"/>
              </a:buClr>
              <a:buSzPts val="1400"/>
              <a:buFont typeface="Lato"/>
              <a:buNone/>
              <a:defRPr sz="1400">
                <a:solidFill>
                  <a:srgbClr val="00A69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A693"/>
              </a:buClr>
              <a:buSzPts val="1300"/>
              <a:buNone/>
              <a:defRPr sz="1300">
                <a:solidFill>
                  <a:srgbClr val="00A693"/>
                </a:solidFill>
              </a:defRPr>
            </a:lvl9pPr>
          </a:lstStyle>
          <a:p/>
        </p:txBody>
      </p:sp>
      <p:grpSp>
        <p:nvGrpSpPr>
          <p:cNvPr id="518" name="Google Shape;518;p74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519" name="Google Shape;519;p74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74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74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2" name="Google Shape;522;p74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74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24" name="Google Shape;524;p74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525" name="Google Shape;525;p74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74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" name="Google Shape;527;p74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74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74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74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74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74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74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4" name="Google Shape;534;p74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74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74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7" name="Google Shape;537;p74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74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39" name="Google Shape;539;p74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540" name="Google Shape;540;p74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74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74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3" name="Google Shape;543;p74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74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74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74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4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74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74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4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74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74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5"/>
          <p:cNvSpPr txBox="1"/>
          <p:nvPr>
            <p:ph type="ctrTitle"/>
          </p:nvPr>
        </p:nvSpPr>
        <p:spPr>
          <a:xfrm>
            <a:off x="988725" y="701931"/>
            <a:ext cx="71667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55" name="Google Shape;555;p75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5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57" name="Google Shape;557;p75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558" name="Google Shape;558;p75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75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" name="Google Shape;560;p75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5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" name="Google Shape;562;p75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75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5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75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5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" name="Google Shape;567;p75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75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5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75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75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72" name="Google Shape;572;p75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573" name="Google Shape;573;p75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75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5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6" name="Google Shape;576;p75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75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5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75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75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75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5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75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75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75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3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6"/>
          <p:cNvSpPr/>
          <p:nvPr/>
        </p:nvSpPr>
        <p:spPr>
          <a:xfrm>
            <a:off x="1102348" y="3665786"/>
            <a:ext cx="2957231" cy="1478631"/>
          </a:xfrm>
          <a:custGeom>
            <a:rect b="b" l="l" r="r" t="t"/>
            <a:pathLst>
              <a:path extrusionOk="0" h="46092" w="92183">
                <a:moveTo>
                  <a:pt x="44901" y="0"/>
                </a:moveTo>
                <a:lnTo>
                  <a:pt x="42543" y="119"/>
                </a:lnTo>
                <a:lnTo>
                  <a:pt x="40222" y="357"/>
                </a:lnTo>
                <a:lnTo>
                  <a:pt x="37935" y="715"/>
                </a:lnTo>
                <a:lnTo>
                  <a:pt x="35685" y="1167"/>
                </a:lnTo>
                <a:lnTo>
                  <a:pt x="33482" y="1739"/>
                </a:lnTo>
                <a:lnTo>
                  <a:pt x="31315" y="2417"/>
                </a:lnTo>
                <a:lnTo>
                  <a:pt x="29208" y="3191"/>
                </a:lnTo>
                <a:lnTo>
                  <a:pt x="27136" y="4072"/>
                </a:lnTo>
                <a:lnTo>
                  <a:pt x="25124" y="5037"/>
                </a:lnTo>
                <a:lnTo>
                  <a:pt x="23159" y="6108"/>
                </a:lnTo>
                <a:lnTo>
                  <a:pt x="21266" y="7263"/>
                </a:lnTo>
                <a:lnTo>
                  <a:pt x="19420" y="8513"/>
                </a:lnTo>
                <a:lnTo>
                  <a:pt x="17646" y="9835"/>
                </a:lnTo>
                <a:lnTo>
                  <a:pt x="15932" y="11252"/>
                </a:lnTo>
                <a:lnTo>
                  <a:pt x="14301" y="12740"/>
                </a:lnTo>
                <a:lnTo>
                  <a:pt x="12729" y="14300"/>
                </a:lnTo>
                <a:lnTo>
                  <a:pt x="11241" y="15943"/>
                </a:lnTo>
                <a:lnTo>
                  <a:pt x="9836" y="17646"/>
                </a:lnTo>
                <a:lnTo>
                  <a:pt x="8502" y="19420"/>
                </a:lnTo>
                <a:lnTo>
                  <a:pt x="7264" y="21266"/>
                </a:lnTo>
                <a:lnTo>
                  <a:pt x="6109" y="23171"/>
                </a:lnTo>
                <a:lnTo>
                  <a:pt x="5037" y="25123"/>
                </a:lnTo>
                <a:lnTo>
                  <a:pt x="4073" y="27136"/>
                </a:lnTo>
                <a:lnTo>
                  <a:pt x="3192" y="29207"/>
                </a:lnTo>
                <a:lnTo>
                  <a:pt x="2418" y="31327"/>
                </a:lnTo>
                <a:lnTo>
                  <a:pt x="1739" y="33494"/>
                </a:lnTo>
                <a:lnTo>
                  <a:pt x="1167" y="35697"/>
                </a:lnTo>
                <a:lnTo>
                  <a:pt x="715" y="37947"/>
                </a:lnTo>
                <a:lnTo>
                  <a:pt x="358" y="40233"/>
                </a:lnTo>
                <a:lnTo>
                  <a:pt x="120" y="42555"/>
                </a:lnTo>
                <a:lnTo>
                  <a:pt x="1" y="44900"/>
                </a:lnTo>
                <a:lnTo>
                  <a:pt x="1" y="46091"/>
                </a:lnTo>
                <a:lnTo>
                  <a:pt x="25802" y="46091"/>
                </a:lnTo>
                <a:lnTo>
                  <a:pt x="25826" y="45055"/>
                </a:lnTo>
                <a:lnTo>
                  <a:pt x="26029" y="43007"/>
                </a:lnTo>
                <a:lnTo>
                  <a:pt x="26434" y="41031"/>
                </a:lnTo>
                <a:lnTo>
                  <a:pt x="27029" y="39126"/>
                </a:lnTo>
                <a:lnTo>
                  <a:pt x="27803" y="37304"/>
                </a:lnTo>
                <a:lnTo>
                  <a:pt x="28743" y="35577"/>
                </a:lnTo>
                <a:lnTo>
                  <a:pt x="29839" y="33958"/>
                </a:lnTo>
                <a:lnTo>
                  <a:pt x="31077" y="32458"/>
                </a:lnTo>
                <a:lnTo>
                  <a:pt x="32458" y="31077"/>
                </a:lnTo>
                <a:lnTo>
                  <a:pt x="33959" y="29838"/>
                </a:lnTo>
                <a:lnTo>
                  <a:pt x="35578" y="28743"/>
                </a:lnTo>
                <a:lnTo>
                  <a:pt x="37304" y="27814"/>
                </a:lnTo>
                <a:lnTo>
                  <a:pt x="39126" y="27040"/>
                </a:lnTo>
                <a:lnTo>
                  <a:pt x="41019" y="26445"/>
                </a:lnTo>
                <a:lnTo>
                  <a:pt x="43008" y="26040"/>
                </a:lnTo>
                <a:lnTo>
                  <a:pt x="45044" y="25826"/>
                </a:lnTo>
                <a:lnTo>
                  <a:pt x="46092" y="25814"/>
                </a:lnTo>
                <a:lnTo>
                  <a:pt x="47139" y="25826"/>
                </a:lnTo>
                <a:lnTo>
                  <a:pt x="49175" y="26040"/>
                </a:lnTo>
                <a:lnTo>
                  <a:pt x="51152" y="26445"/>
                </a:lnTo>
                <a:lnTo>
                  <a:pt x="53057" y="27040"/>
                </a:lnTo>
                <a:lnTo>
                  <a:pt x="54879" y="27814"/>
                </a:lnTo>
                <a:lnTo>
                  <a:pt x="56605" y="28743"/>
                </a:lnTo>
                <a:lnTo>
                  <a:pt x="58225" y="29838"/>
                </a:lnTo>
                <a:lnTo>
                  <a:pt x="59725" y="31077"/>
                </a:lnTo>
                <a:lnTo>
                  <a:pt x="61106" y="32458"/>
                </a:lnTo>
                <a:lnTo>
                  <a:pt x="62344" y="33958"/>
                </a:lnTo>
                <a:lnTo>
                  <a:pt x="63440" y="35577"/>
                </a:lnTo>
                <a:lnTo>
                  <a:pt x="64380" y="37304"/>
                </a:lnTo>
                <a:lnTo>
                  <a:pt x="65142" y="39126"/>
                </a:lnTo>
                <a:lnTo>
                  <a:pt x="65738" y="41031"/>
                </a:lnTo>
                <a:lnTo>
                  <a:pt x="66143" y="43007"/>
                </a:lnTo>
                <a:lnTo>
                  <a:pt x="66357" y="45055"/>
                </a:lnTo>
                <a:lnTo>
                  <a:pt x="66369" y="46091"/>
                </a:lnTo>
                <a:lnTo>
                  <a:pt x="92183" y="46091"/>
                </a:lnTo>
                <a:lnTo>
                  <a:pt x="92171" y="44900"/>
                </a:lnTo>
                <a:lnTo>
                  <a:pt x="92052" y="42555"/>
                </a:lnTo>
                <a:lnTo>
                  <a:pt x="91813" y="40233"/>
                </a:lnTo>
                <a:lnTo>
                  <a:pt x="91468" y="37947"/>
                </a:lnTo>
                <a:lnTo>
                  <a:pt x="91004" y="35697"/>
                </a:lnTo>
                <a:lnTo>
                  <a:pt x="90444" y="33494"/>
                </a:lnTo>
                <a:lnTo>
                  <a:pt x="89766" y="31327"/>
                </a:lnTo>
                <a:lnTo>
                  <a:pt x="88992" y="29207"/>
                </a:lnTo>
                <a:lnTo>
                  <a:pt x="88110" y="27136"/>
                </a:lnTo>
                <a:lnTo>
                  <a:pt x="87134" y="25123"/>
                </a:lnTo>
                <a:lnTo>
                  <a:pt x="86074" y="23171"/>
                </a:lnTo>
                <a:lnTo>
                  <a:pt x="84919" y="21266"/>
                </a:lnTo>
                <a:lnTo>
                  <a:pt x="83669" y="19420"/>
                </a:lnTo>
                <a:lnTo>
                  <a:pt x="82348" y="17646"/>
                </a:lnTo>
                <a:lnTo>
                  <a:pt x="80931" y="15943"/>
                </a:lnTo>
                <a:lnTo>
                  <a:pt x="79442" y="14300"/>
                </a:lnTo>
                <a:lnTo>
                  <a:pt x="77883" y="12740"/>
                </a:lnTo>
                <a:lnTo>
                  <a:pt x="76239" y="11252"/>
                </a:lnTo>
                <a:lnTo>
                  <a:pt x="74537" y="9835"/>
                </a:lnTo>
                <a:lnTo>
                  <a:pt x="72763" y="8513"/>
                </a:lnTo>
                <a:lnTo>
                  <a:pt x="70917" y="7263"/>
                </a:lnTo>
                <a:lnTo>
                  <a:pt x="69024" y="6108"/>
                </a:lnTo>
                <a:lnTo>
                  <a:pt x="67059" y="5037"/>
                </a:lnTo>
                <a:lnTo>
                  <a:pt x="65047" y="4072"/>
                </a:lnTo>
                <a:lnTo>
                  <a:pt x="62975" y="3191"/>
                </a:lnTo>
                <a:lnTo>
                  <a:pt x="60856" y="2417"/>
                </a:lnTo>
                <a:lnTo>
                  <a:pt x="58701" y="1739"/>
                </a:lnTo>
                <a:lnTo>
                  <a:pt x="56486" y="1167"/>
                </a:lnTo>
                <a:lnTo>
                  <a:pt x="54236" y="715"/>
                </a:lnTo>
                <a:lnTo>
                  <a:pt x="51950" y="357"/>
                </a:lnTo>
                <a:lnTo>
                  <a:pt x="49628" y="119"/>
                </a:lnTo>
                <a:lnTo>
                  <a:pt x="47282" y="0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6"/>
          <p:cNvSpPr/>
          <p:nvPr/>
        </p:nvSpPr>
        <p:spPr>
          <a:xfrm>
            <a:off x="-2195142" y="3082515"/>
            <a:ext cx="4124141" cy="2061910"/>
          </a:xfrm>
          <a:custGeom>
            <a:rect b="b" l="l" r="r" t="t"/>
            <a:pathLst>
              <a:path extrusionOk="0" h="64274" w="128558">
                <a:moveTo>
                  <a:pt x="64273" y="1"/>
                </a:moveTo>
                <a:lnTo>
                  <a:pt x="62618" y="12"/>
                </a:lnTo>
                <a:lnTo>
                  <a:pt x="59332" y="179"/>
                </a:lnTo>
                <a:lnTo>
                  <a:pt x="56093" y="513"/>
                </a:lnTo>
                <a:lnTo>
                  <a:pt x="52914" y="1001"/>
                </a:lnTo>
                <a:lnTo>
                  <a:pt x="49771" y="1644"/>
                </a:lnTo>
                <a:lnTo>
                  <a:pt x="46699" y="2430"/>
                </a:lnTo>
                <a:lnTo>
                  <a:pt x="43675" y="3370"/>
                </a:lnTo>
                <a:lnTo>
                  <a:pt x="40722" y="4454"/>
                </a:lnTo>
                <a:lnTo>
                  <a:pt x="37840" y="5680"/>
                </a:lnTo>
                <a:lnTo>
                  <a:pt x="35030" y="7037"/>
                </a:lnTo>
                <a:lnTo>
                  <a:pt x="32304" y="8514"/>
                </a:lnTo>
                <a:lnTo>
                  <a:pt x="29648" y="10133"/>
                </a:lnTo>
                <a:lnTo>
                  <a:pt x="27088" y="11872"/>
                </a:lnTo>
                <a:lnTo>
                  <a:pt x="24612" y="13717"/>
                </a:lnTo>
                <a:lnTo>
                  <a:pt x="22231" y="15682"/>
                </a:lnTo>
                <a:lnTo>
                  <a:pt x="19944" y="17765"/>
                </a:lnTo>
                <a:lnTo>
                  <a:pt x="17765" y="19944"/>
                </a:lnTo>
                <a:lnTo>
                  <a:pt x="15682" y="22230"/>
                </a:lnTo>
                <a:lnTo>
                  <a:pt x="13717" y="24612"/>
                </a:lnTo>
                <a:lnTo>
                  <a:pt x="11872" y="27088"/>
                </a:lnTo>
                <a:lnTo>
                  <a:pt x="10133" y="29648"/>
                </a:lnTo>
                <a:lnTo>
                  <a:pt x="8514" y="32304"/>
                </a:lnTo>
                <a:lnTo>
                  <a:pt x="7038" y="35030"/>
                </a:lnTo>
                <a:lnTo>
                  <a:pt x="5680" y="37840"/>
                </a:lnTo>
                <a:lnTo>
                  <a:pt x="4454" y="40722"/>
                </a:lnTo>
                <a:lnTo>
                  <a:pt x="3370" y="43674"/>
                </a:lnTo>
                <a:lnTo>
                  <a:pt x="2430" y="46699"/>
                </a:lnTo>
                <a:lnTo>
                  <a:pt x="1644" y="49771"/>
                </a:lnTo>
                <a:lnTo>
                  <a:pt x="1001" y="52914"/>
                </a:lnTo>
                <a:lnTo>
                  <a:pt x="513" y="56093"/>
                </a:lnTo>
                <a:lnTo>
                  <a:pt x="179" y="59332"/>
                </a:lnTo>
                <a:lnTo>
                  <a:pt x="13" y="62618"/>
                </a:lnTo>
                <a:lnTo>
                  <a:pt x="1" y="64273"/>
                </a:lnTo>
                <a:lnTo>
                  <a:pt x="36007" y="64273"/>
                </a:lnTo>
                <a:lnTo>
                  <a:pt x="36007" y="63547"/>
                </a:lnTo>
                <a:lnTo>
                  <a:pt x="36078" y="62106"/>
                </a:lnTo>
                <a:lnTo>
                  <a:pt x="36233" y="60677"/>
                </a:lnTo>
                <a:lnTo>
                  <a:pt x="36447" y="59272"/>
                </a:lnTo>
                <a:lnTo>
                  <a:pt x="36721" y="57903"/>
                </a:lnTo>
                <a:lnTo>
                  <a:pt x="37078" y="56546"/>
                </a:lnTo>
                <a:lnTo>
                  <a:pt x="37483" y="55212"/>
                </a:lnTo>
                <a:lnTo>
                  <a:pt x="37959" y="53914"/>
                </a:lnTo>
                <a:lnTo>
                  <a:pt x="38507" y="52652"/>
                </a:lnTo>
                <a:lnTo>
                  <a:pt x="39102" y="51414"/>
                </a:lnTo>
                <a:lnTo>
                  <a:pt x="39757" y="50211"/>
                </a:lnTo>
                <a:lnTo>
                  <a:pt x="40460" y="49044"/>
                </a:lnTo>
                <a:lnTo>
                  <a:pt x="41222" y="47913"/>
                </a:lnTo>
                <a:lnTo>
                  <a:pt x="42043" y="46830"/>
                </a:lnTo>
                <a:lnTo>
                  <a:pt x="42901" y="45782"/>
                </a:lnTo>
                <a:lnTo>
                  <a:pt x="43817" y="44770"/>
                </a:lnTo>
                <a:lnTo>
                  <a:pt x="44782" y="43817"/>
                </a:lnTo>
                <a:lnTo>
                  <a:pt x="45782" y="42900"/>
                </a:lnTo>
                <a:lnTo>
                  <a:pt x="46830" y="42031"/>
                </a:lnTo>
                <a:lnTo>
                  <a:pt x="47925" y="41222"/>
                </a:lnTo>
                <a:lnTo>
                  <a:pt x="49056" y="40460"/>
                </a:lnTo>
                <a:lnTo>
                  <a:pt x="50211" y="39745"/>
                </a:lnTo>
                <a:lnTo>
                  <a:pt x="51414" y="39090"/>
                </a:lnTo>
                <a:lnTo>
                  <a:pt x="52652" y="38495"/>
                </a:lnTo>
                <a:lnTo>
                  <a:pt x="53926" y="37959"/>
                </a:lnTo>
                <a:lnTo>
                  <a:pt x="55224" y="37483"/>
                </a:lnTo>
                <a:lnTo>
                  <a:pt x="56546" y="37066"/>
                </a:lnTo>
                <a:lnTo>
                  <a:pt x="57903" y="36721"/>
                </a:lnTo>
                <a:lnTo>
                  <a:pt x="59284" y="36435"/>
                </a:lnTo>
                <a:lnTo>
                  <a:pt x="60689" y="36221"/>
                </a:lnTo>
                <a:lnTo>
                  <a:pt x="62106" y="36078"/>
                </a:lnTo>
                <a:lnTo>
                  <a:pt x="63547" y="36006"/>
                </a:lnTo>
                <a:lnTo>
                  <a:pt x="64285" y="35995"/>
                </a:lnTo>
                <a:lnTo>
                  <a:pt x="65011" y="36006"/>
                </a:lnTo>
                <a:lnTo>
                  <a:pt x="66452" y="36078"/>
                </a:lnTo>
                <a:lnTo>
                  <a:pt x="67881" y="36221"/>
                </a:lnTo>
                <a:lnTo>
                  <a:pt x="69274" y="36435"/>
                </a:lnTo>
                <a:lnTo>
                  <a:pt x="70655" y="36721"/>
                </a:lnTo>
                <a:lnTo>
                  <a:pt x="72013" y="37066"/>
                </a:lnTo>
                <a:lnTo>
                  <a:pt x="73334" y="37483"/>
                </a:lnTo>
                <a:lnTo>
                  <a:pt x="74644" y="37959"/>
                </a:lnTo>
                <a:lnTo>
                  <a:pt x="75906" y="38495"/>
                </a:lnTo>
                <a:lnTo>
                  <a:pt x="77144" y="39090"/>
                </a:lnTo>
                <a:lnTo>
                  <a:pt x="78347" y="39745"/>
                </a:lnTo>
                <a:lnTo>
                  <a:pt x="79514" y="40460"/>
                </a:lnTo>
                <a:lnTo>
                  <a:pt x="80645" y="41222"/>
                </a:lnTo>
                <a:lnTo>
                  <a:pt x="81729" y="42031"/>
                </a:lnTo>
                <a:lnTo>
                  <a:pt x="82776" y="42900"/>
                </a:lnTo>
                <a:lnTo>
                  <a:pt x="83776" y="43817"/>
                </a:lnTo>
                <a:lnTo>
                  <a:pt x="84741" y="44770"/>
                </a:lnTo>
                <a:lnTo>
                  <a:pt x="85658" y="45782"/>
                </a:lnTo>
                <a:lnTo>
                  <a:pt x="86515" y="46830"/>
                </a:lnTo>
                <a:lnTo>
                  <a:pt x="87337" y="47913"/>
                </a:lnTo>
                <a:lnTo>
                  <a:pt x="88099" y="49044"/>
                </a:lnTo>
                <a:lnTo>
                  <a:pt x="88813" y="50211"/>
                </a:lnTo>
                <a:lnTo>
                  <a:pt x="89468" y="51414"/>
                </a:lnTo>
                <a:lnTo>
                  <a:pt x="90063" y="52652"/>
                </a:lnTo>
                <a:lnTo>
                  <a:pt x="90599" y="53914"/>
                </a:lnTo>
                <a:lnTo>
                  <a:pt x="91075" y="55212"/>
                </a:lnTo>
                <a:lnTo>
                  <a:pt x="91492" y="56546"/>
                </a:lnTo>
                <a:lnTo>
                  <a:pt x="91837" y="57891"/>
                </a:lnTo>
                <a:lnTo>
                  <a:pt x="92123" y="59272"/>
                </a:lnTo>
                <a:lnTo>
                  <a:pt x="92337" y="60677"/>
                </a:lnTo>
                <a:lnTo>
                  <a:pt x="92480" y="62106"/>
                </a:lnTo>
                <a:lnTo>
                  <a:pt x="92552" y="63547"/>
                </a:lnTo>
                <a:lnTo>
                  <a:pt x="92564" y="64273"/>
                </a:lnTo>
                <a:lnTo>
                  <a:pt x="128558" y="64273"/>
                </a:lnTo>
                <a:lnTo>
                  <a:pt x="128546" y="62618"/>
                </a:lnTo>
                <a:lnTo>
                  <a:pt x="128379" y="59332"/>
                </a:lnTo>
                <a:lnTo>
                  <a:pt x="128046" y="56093"/>
                </a:lnTo>
                <a:lnTo>
                  <a:pt x="127558" y="52914"/>
                </a:lnTo>
                <a:lnTo>
                  <a:pt x="126915" y="49771"/>
                </a:lnTo>
                <a:lnTo>
                  <a:pt x="126117" y="46699"/>
                </a:lnTo>
                <a:lnTo>
                  <a:pt x="125176" y="43674"/>
                </a:lnTo>
                <a:lnTo>
                  <a:pt x="124093" y="40722"/>
                </a:lnTo>
                <a:lnTo>
                  <a:pt x="122878" y="37840"/>
                </a:lnTo>
                <a:lnTo>
                  <a:pt x="121521" y="35030"/>
                </a:lnTo>
                <a:lnTo>
                  <a:pt x="120033" y="32304"/>
                </a:lnTo>
                <a:lnTo>
                  <a:pt x="118425" y="29648"/>
                </a:lnTo>
                <a:lnTo>
                  <a:pt x="116687" y="27088"/>
                </a:lnTo>
                <a:lnTo>
                  <a:pt x="114829" y="24612"/>
                </a:lnTo>
                <a:lnTo>
                  <a:pt x="112865" y="22230"/>
                </a:lnTo>
                <a:lnTo>
                  <a:pt x="110793" y="19944"/>
                </a:lnTo>
                <a:lnTo>
                  <a:pt x="108602" y="17765"/>
                </a:lnTo>
                <a:lnTo>
                  <a:pt x="106328" y="15682"/>
                </a:lnTo>
                <a:lnTo>
                  <a:pt x="103947" y="13717"/>
                </a:lnTo>
                <a:lnTo>
                  <a:pt x="101470" y="11872"/>
                </a:lnTo>
                <a:lnTo>
                  <a:pt x="98898" y="10133"/>
                </a:lnTo>
                <a:lnTo>
                  <a:pt x="96255" y="8514"/>
                </a:lnTo>
                <a:lnTo>
                  <a:pt x="93516" y="7037"/>
                </a:lnTo>
                <a:lnTo>
                  <a:pt x="90706" y="5680"/>
                </a:lnTo>
                <a:lnTo>
                  <a:pt x="87825" y="4454"/>
                </a:lnTo>
                <a:lnTo>
                  <a:pt x="84872" y="3370"/>
                </a:lnTo>
                <a:lnTo>
                  <a:pt x="81859" y="2430"/>
                </a:lnTo>
                <a:lnTo>
                  <a:pt x="78776" y="1644"/>
                </a:lnTo>
                <a:lnTo>
                  <a:pt x="75644" y="1001"/>
                </a:lnTo>
                <a:lnTo>
                  <a:pt x="72453" y="513"/>
                </a:lnTo>
                <a:lnTo>
                  <a:pt x="69215" y="179"/>
                </a:lnTo>
                <a:lnTo>
                  <a:pt x="65940" y="12"/>
                </a:lnTo>
                <a:lnTo>
                  <a:pt x="64273" y="1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76"/>
          <p:cNvSpPr txBox="1"/>
          <p:nvPr>
            <p:ph type="ctrTitle"/>
          </p:nvPr>
        </p:nvSpPr>
        <p:spPr>
          <a:xfrm>
            <a:off x="754925" y="1222200"/>
            <a:ext cx="4124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6100"/>
              <a:buFont typeface="Lato"/>
              <a:buNone/>
              <a:defRPr b="1" i="0" sz="6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3200"/>
              <a:buFont typeface="Lato"/>
              <a:buNone/>
              <a:defRPr b="1" sz="32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90" name="Google Shape;590;p76"/>
          <p:cNvSpPr/>
          <p:nvPr/>
        </p:nvSpPr>
        <p:spPr>
          <a:xfrm>
            <a:off x="1529392" y="3528261"/>
            <a:ext cx="123027" cy="123027"/>
          </a:xfrm>
          <a:custGeom>
            <a:rect b="b" l="l" r="r" t="t"/>
            <a:pathLst>
              <a:path extrusionOk="0" fill="none" h="3835" w="3835">
                <a:moveTo>
                  <a:pt x="322" y="870"/>
                </a:moveTo>
                <a:lnTo>
                  <a:pt x="500" y="608"/>
                </a:lnTo>
                <a:lnTo>
                  <a:pt x="953" y="251"/>
                </a:lnTo>
                <a:lnTo>
                  <a:pt x="1465" y="48"/>
                </a:lnTo>
                <a:lnTo>
                  <a:pt x="2013" y="1"/>
                </a:lnTo>
                <a:lnTo>
                  <a:pt x="2536" y="108"/>
                </a:lnTo>
                <a:lnTo>
                  <a:pt x="3025" y="346"/>
                </a:lnTo>
                <a:lnTo>
                  <a:pt x="3429" y="727"/>
                </a:lnTo>
                <a:lnTo>
                  <a:pt x="3703" y="1239"/>
                </a:lnTo>
                <a:lnTo>
                  <a:pt x="3787" y="1537"/>
                </a:lnTo>
                <a:lnTo>
                  <a:pt x="3834" y="1846"/>
                </a:lnTo>
                <a:lnTo>
                  <a:pt x="3775" y="2430"/>
                </a:lnTo>
                <a:lnTo>
                  <a:pt x="3549" y="2930"/>
                </a:lnTo>
                <a:lnTo>
                  <a:pt x="3203" y="3346"/>
                </a:lnTo>
                <a:lnTo>
                  <a:pt x="2751" y="3644"/>
                </a:lnTo>
                <a:lnTo>
                  <a:pt x="2239" y="3811"/>
                </a:lnTo>
                <a:lnTo>
                  <a:pt x="1679" y="3835"/>
                </a:lnTo>
                <a:lnTo>
                  <a:pt x="1131" y="3680"/>
                </a:lnTo>
                <a:lnTo>
                  <a:pt x="858" y="3513"/>
                </a:lnTo>
                <a:lnTo>
                  <a:pt x="691" y="3406"/>
                </a:lnTo>
                <a:lnTo>
                  <a:pt x="429" y="3132"/>
                </a:lnTo>
                <a:lnTo>
                  <a:pt x="215" y="2823"/>
                </a:lnTo>
                <a:lnTo>
                  <a:pt x="84" y="2477"/>
                </a:lnTo>
                <a:lnTo>
                  <a:pt x="0" y="2120"/>
                </a:lnTo>
                <a:lnTo>
                  <a:pt x="0" y="1751"/>
                </a:lnTo>
                <a:lnTo>
                  <a:pt x="72" y="1382"/>
                </a:lnTo>
                <a:lnTo>
                  <a:pt x="215" y="1037"/>
                </a:lnTo>
                <a:lnTo>
                  <a:pt x="322" y="870"/>
                </a:lnTo>
                <a:close/>
              </a:path>
            </a:pathLst>
          </a:custGeom>
          <a:noFill/>
          <a:ln cap="flat" cmpd="sng" w="9525">
            <a:solidFill>
              <a:srgbClr val="3D6886"/>
            </a:solidFill>
            <a:prstDash val="solid"/>
            <a:miter lim="119067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76"/>
          <p:cNvSpPr/>
          <p:nvPr/>
        </p:nvSpPr>
        <p:spPr>
          <a:xfrm>
            <a:off x="1601956" y="3698251"/>
            <a:ext cx="79494" cy="79077"/>
          </a:xfrm>
          <a:custGeom>
            <a:rect b="b" l="l" r="r" t="t"/>
            <a:pathLst>
              <a:path extrusionOk="0" h="2465" w="2478">
                <a:moveTo>
                  <a:pt x="1298" y="0"/>
                </a:moveTo>
                <a:lnTo>
                  <a:pt x="953" y="24"/>
                </a:lnTo>
                <a:lnTo>
                  <a:pt x="620" y="155"/>
                </a:lnTo>
                <a:lnTo>
                  <a:pt x="334" y="393"/>
                </a:lnTo>
                <a:lnTo>
                  <a:pt x="215" y="548"/>
                </a:lnTo>
                <a:lnTo>
                  <a:pt x="84" y="774"/>
                </a:lnTo>
                <a:lnTo>
                  <a:pt x="1" y="1238"/>
                </a:lnTo>
                <a:lnTo>
                  <a:pt x="96" y="1703"/>
                </a:lnTo>
                <a:lnTo>
                  <a:pt x="358" y="2108"/>
                </a:lnTo>
                <a:lnTo>
                  <a:pt x="560" y="2262"/>
                </a:lnTo>
                <a:lnTo>
                  <a:pt x="727" y="2358"/>
                </a:lnTo>
                <a:lnTo>
                  <a:pt x="1096" y="2465"/>
                </a:lnTo>
                <a:lnTo>
                  <a:pt x="1441" y="2453"/>
                </a:lnTo>
                <a:lnTo>
                  <a:pt x="1775" y="2346"/>
                </a:lnTo>
                <a:lnTo>
                  <a:pt x="2060" y="2143"/>
                </a:lnTo>
                <a:lnTo>
                  <a:pt x="2287" y="1881"/>
                </a:lnTo>
                <a:lnTo>
                  <a:pt x="2430" y="1560"/>
                </a:lnTo>
                <a:lnTo>
                  <a:pt x="2477" y="1179"/>
                </a:lnTo>
                <a:lnTo>
                  <a:pt x="2441" y="988"/>
                </a:lnTo>
                <a:lnTo>
                  <a:pt x="2394" y="786"/>
                </a:lnTo>
                <a:lnTo>
                  <a:pt x="2215" y="465"/>
                </a:lnTo>
                <a:lnTo>
                  <a:pt x="1953" y="215"/>
                </a:lnTo>
                <a:lnTo>
                  <a:pt x="1644" y="60"/>
                </a:lnTo>
                <a:lnTo>
                  <a:pt x="1298" y="0"/>
                </a:lnTo>
                <a:close/>
              </a:path>
            </a:pathLst>
          </a:custGeom>
          <a:solidFill>
            <a:srgbClr val="0A678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76"/>
          <p:cNvSpPr/>
          <p:nvPr/>
        </p:nvSpPr>
        <p:spPr>
          <a:xfrm>
            <a:off x="1726873" y="3635599"/>
            <a:ext cx="79462" cy="79109"/>
          </a:xfrm>
          <a:custGeom>
            <a:rect b="b" l="l" r="r" t="t"/>
            <a:pathLst>
              <a:path extrusionOk="0" fill="none" h="2466" w="2477">
                <a:moveTo>
                  <a:pt x="214" y="548"/>
                </a:moveTo>
                <a:lnTo>
                  <a:pt x="333" y="393"/>
                </a:lnTo>
                <a:lnTo>
                  <a:pt x="631" y="155"/>
                </a:lnTo>
                <a:lnTo>
                  <a:pt x="965" y="24"/>
                </a:lnTo>
                <a:lnTo>
                  <a:pt x="1310" y="0"/>
                </a:lnTo>
                <a:lnTo>
                  <a:pt x="1655" y="60"/>
                </a:lnTo>
                <a:lnTo>
                  <a:pt x="1965" y="227"/>
                </a:lnTo>
                <a:lnTo>
                  <a:pt x="2215" y="465"/>
                </a:lnTo>
                <a:lnTo>
                  <a:pt x="2405" y="798"/>
                </a:lnTo>
                <a:lnTo>
                  <a:pt x="2453" y="989"/>
                </a:lnTo>
                <a:lnTo>
                  <a:pt x="2477" y="1191"/>
                </a:lnTo>
                <a:lnTo>
                  <a:pt x="2441" y="1560"/>
                </a:lnTo>
                <a:lnTo>
                  <a:pt x="2298" y="1882"/>
                </a:lnTo>
                <a:lnTo>
                  <a:pt x="2072" y="2156"/>
                </a:lnTo>
                <a:lnTo>
                  <a:pt x="1774" y="2346"/>
                </a:lnTo>
                <a:lnTo>
                  <a:pt x="1441" y="2453"/>
                </a:lnTo>
                <a:lnTo>
                  <a:pt x="1096" y="2465"/>
                </a:lnTo>
                <a:lnTo>
                  <a:pt x="738" y="2358"/>
                </a:lnTo>
                <a:lnTo>
                  <a:pt x="560" y="2251"/>
                </a:lnTo>
                <a:lnTo>
                  <a:pt x="357" y="2096"/>
                </a:lnTo>
                <a:lnTo>
                  <a:pt x="95" y="1703"/>
                </a:lnTo>
                <a:lnTo>
                  <a:pt x="0" y="1239"/>
                </a:lnTo>
                <a:lnTo>
                  <a:pt x="95" y="763"/>
                </a:lnTo>
                <a:lnTo>
                  <a:pt x="214" y="548"/>
                </a:lnTo>
                <a:close/>
              </a:path>
            </a:pathLst>
          </a:custGeom>
          <a:noFill/>
          <a:ln cap="flat" cmpd="sng" w="9525">
            <a:solidFill>
              <a:srgbClr val="3D6886"/>
            </a:solidFill>
            <a:prstDash val="solid"/>
            <a:miter lim="119067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76"/>
          <p:cNvSpPr/>
          <p:nvPr/>
        </p:nvSpPr>
        <p:spPr>
          <a:xfrm rot="5400000">
            <a:off x="6998734" y="1417472"/>
            <a:ext cx="2957231" cy="1479016"/>
          </a:xfrm>
          <a:custGeom>
            <a:rect b="b" l="l" r="r" t="t"/>
            <a:pathLst>
              <a:path extrusionOk="0" h="46104" w="92183">
                <a:moveTo>
                  <a:pt x="1" y="1"/>
                </a:moveTo>
                <a:lnTo>
                  <a:pt x="1" y="1192"/>
                </a:lnTo>
                <a:lnTo>
                  <a:pt x="132" y="3549"/>
                </a:lnTo>
                <a:lnTo>
                  <a:pt x="358" y="5871"/>
                </a:lnTo>
                <a:lnTo>
                  <a:pt x="715" y="8157"/>
                </a:lnTo>
                <a:lnTo>
                  <a:pt x="1180" y="10407"/>
                </a:lnTo>
                <a:lnTo>
                  <a:pt x="1739" y="12610"/>
                </a:lnTo>
                <a:lnTo>
                  <a:pt x="2418" y="14777"/>
                </a:lnTo>
                <a:lnTo>
                  <a:pt x="3192" y="16896"/>
                </a:lnTo>
                <a:lnTo>
                  <a:pt x="4073" y="18956"/>
                </a:lnTo>
                <a:lnTo>
                  <a:pt x="5037" y="20969"/>
                </a:lnTo>
                <a:lnTo>
                  <a:pt x="6109" y="22933"/>
                </a:lnTo>
                <a:lnTo>
                  <a:pt x="7264" y="24838"/>
                </a:lnTo>
                <a:lnTo>
                  <a:pt x="8502" y="26672"/>
                </a:lnTo>
                <a:lnTo>
                  <a:pt x="9836" y="28446"/>
                </a:lnTo>
                <a:lnTo>
                  <a:pt x="11241" y="30161"/>
                </a:lnTo>
                <a:lnTo>
                  <a:pt x="12729" y="31792"/>
                </a:lnTo>
                <a:lnTo>
                  <a:pt x="14301" y="33364"/>
                </a:lnTo>
                <a:lnTo>
                  <a:pt x="15932" y="34852"/>
                </a:lnTo>
                <a:lnTo>
                  <a:pt x="17647" y="36257"/>
                </a:lnTo>
                <a:lnTo>
                  <a:pt x="19421" y="37590"/>
                </a:lnTo>
                <a:lnTo>
                  <a:pt x="21254" y="38829"/>
                </a:lnTo>
                <a:lnTo>
                  <a:pt x="23159" y="39984"/>
                </a:lnTo>
                <a:lnTo>
                  <a:pt x="25124" y="41055"/>
                </a:lnTo>
                <a:lnTo>
                  <a:pt x="27136" y="42020"/>
                </a:lnTo>
                <a:lnTo>
                  <a:pt x="29196" y="42901"/>
                </a:lnTo>
                <a:lnTo>
                  <a:pt x="31316" y="43675"/>
                </a:lnTo>
                <a:lnTo>
                  <a:pt x="33483" y="44353"/>
                </a:lnTo>
                <a:lnTo>
                  <a:pt x="35685" y="44925"/>
                </a:lnTo>
                <a:lnTo>
                  <a:pt x="37936" y="45377"/>
                </a:lnTo>
                <a:lnTo>
                  <a:pt x="40222" y="45735"/>
                </a:lnTo>
                <a:lnTo>
                  <a:pt x="42544" y="45973"/>
                </a:lnTo>
                <a:lnTo>
                  <a:pt x="44901" y="46092"/>
                </a:lnTo>
                <a:lnTo>
                  <a:pt x="46092" y="46104"/>
                </a:lnTo>
                <a:lnTo>
                  <a:pt x="47271" y="46092"/>
                </a:lnTo>
                <a:lnTo>
                  <a:pt x="49628" y="45973"/>
                </a:lnTo>
                <a:lnTo>
                  <a:pt x="51950" y="45735"/>
                </a:lnTo>
                <a:lnTo>
                  <a:pt x="54236" y="45377"/>
                </a:lnTo>
                <a:lnTo>
                  <a:pt x="56486" y="44925"/>
                </a:lnTo>
                <a:lnTo>
                  <a:pt x="58689" y="44353"/>
                </a:lnTo>
                <a:lnTo>
                  <a:pt x="60856" y="43675"/>
                </a:lnTo>
                <a:lnTo>
                  <a:pt x="62976" y="42901"/>
                </a:lnTo>
                <a:lnTo>
                  <a:pt x="65047" y="42020"/>
                </a:lnTo>
                <a:lnTo>
                  <a:pt x="67060" y="41055"/>
                </a:lnTo>
                <a:lnTo>
                  <a:pt x="69012" y="39984"/>
                </a:lnTo>
                <a:lnTo>
                  <a:pt x="70917" y="38829"/>
                </a:lnTo>
                <a:lnTo>
                  <a:pt x="72751" y="37590"/>
                </a:lnTo>
                <a:lnTo>
                  <a:pt x="74537" y="36257"/>
                </a:lnTo>
                <a:lnTo>
                  <a:pt x="76240" y="34852"/>
                </a:lnTo>
                <a:lnTo>
                  <a:pt x="77883" y="33364"/>
                </a:lnTo>
                <a:lnTo>
                  <a:pt x="79443" y="31792"/>
                </a:lnTo>
                <a:lnTo>
                  <a:pt x="80931" y="30161"/>
                </a:lnTo>
                <a:lnTo>
                  <a:pt x="82348" y="28446"/>
                </a:lnTo>
                <a:lnTo>
                  <a:pt x="83670" y="26672"/>
                </a:lnTo>
                <a:lnTo>
                  <a:pt x="84920" y="24838"/>
                </a:lnTo>
                <a:lnTo>
                  <a:pt x="86075" y="22933"/>
                </a:lnTo>
                <a:lnTo>
                  <a:pt x="87134" y="20969"/>
                </a:lnTo>
                <a:lnTo>
                  <a:pt x="88111" y="18956"/>
                </a:lnTo>
                <a:lnTo>
                  <a:pt x="88980" y="16896"/>
                </a:lnTo>
                <a:lnTo>
                  <a:pt x="89766" y="14777"/>
                </a:lnTo>
                <a:lnTo>
                  <a:pt x="90433" y="12610"/>
                </a:lnTo>
                <a:lnTo>
                  <a:pt x="91004" y="10407"/>
                </a:lnTo>
                <a:lnTo>
                  <a:pt x="91469" y="8157"/>
                </a:lnTo>
                <a:lnTo>
                  <a:pt x="91814" y="5871"/>
                </a:lnTo>
                <a:lnTo>
                  <a:pt x="92052" y="3549"/>
                </a:lnTo>
                <a:lnTo>
                  <a:pt x="92171" y="1192"/>
                </a:lnTo>
                <a:lnTo>
                  <a:pt x="92183" y="1"/>
                </a:lnTo>
                <a:lnTo>
                  <a:pt x="66369" y="1"/>
                </a:lnTo>
                <a:lnTo>
                  <a:pt x="66357" y="1049"/>
                </a:lnTo>
                <a:lnTo>
                  <a:pt x="66143" y="3097"/>
                </a:lnTo>
                <a:lnTo>
                  <a:pt x="65738" y="5073"/>
                </a:lnTo>
                <a:lnTo>
                  <a:pt x="65143" y="6978"/>
                </a:lnTo>
                <a:lnTo>
                  <a:pt x="64381" y="8788"/>
                </a:lnTo>
                <a:lnTo>
                  <a:pt x="63440" y="10514"/>
                </a:lnTo>
                <a:lnTo>
                  <a:pt x="62345" y="12134"/>
                </a:lnTo>
                <a:lnTo>
                  <a:pt x="61106" y="13634"/>
                </a:lnTo>
                <a:lnTo>
                  <a:pt x="59725" y="15015"/>
                </a:lnTo>
                <a:lnTo>
                  <a:pt x="58225" y="16254"/>
                </a:lnTo>
                <a:lnTo>
                  <a:pt x="56606" y="17349"/>
                </a:lnTo>
                <a:lnTo>
                  <a:pt x="54879" y="18290"/>
                </a:lnTo>
                <a:lnTo>
                  <a:pt x="53057" y="19064"/>
                </a:lnTo>
                <a:lnTo>
                  <a:pt x="51152" y="19659"/>
                </a:lnTo>
                <a:lnTo>
                  <a:pt x="49176" y="20064"/>
                </a:lnTo>
                <a:lnTo>
                  <a:pt x="47140" y="20266"/>
                </a:lnTo>
                <a:lnTo>
                  <a:pt x="46092" y="20290"/>
                </a:lnTo>
                <a:lnTo>
                  <a:pt x="45044" y="20266"/>
                </a:lnTo>
                <a:lnTo>
                  <a:pt x="43008" y="20064"/>
                </a:lnTo>
                <a:lnTo>
                  <a:pt x="41032" y="19659"/>
                </a:lnTo>
                <a:lnTo>
                  <a:pt x="39126" y="19064"/>
                </a:lnTo>
                <a:lnTo>
                  <a:pt x="37305" y="18290"/>
                </a:lnTo>
                <a:lnTo>
                  <a:pt x="35578" y="17349"/>
                </a:lnTo>
                <a:lnTo>
                  <a:pt x="33959" y="16254"/>
                </a:lnTo>
                <a:lnTo>
                  <a:pt x="32459" y="15015"/>
                </a:lnTo>
                <a:lnTo>
                  <a:pt x="31077" y="13634"/>
                </a:lnTo>
                <a:lnTo>
                  <a:pt x="29839" y="12134"/>
                </a:lnTo>
                <a:lnTo>
                  <a:pt x="28744" y="10514"/>
                </a:lnTo>
                <a:lnTo>
                  <a:pt x="27803" y="8788"/>
                </a:lnTo>
                <a:lnTo>
                  <a:pt x="27041" y="6978"/>
                </a:lnTo>
                <a:lnTo>
                  <a:pt x="26446" y="5073"/>
                </a:lnTo>
                <a:lnTo>
                  <a:pt x="26041" y="3097"/>
                </a:lnTo>
                <a:lnTo>
                  <a:pt x="25827" y="1049"/>
                </a:lnTo>
                <a:lnTo>
                  <a:pt x="25815" y="1"/>
                </a:lnTo>
                <a:close/>
              </a:path>
            </a:pathLst>
          </a:custGeom>
          <a:solidFill>
            <a:srgbClr val="F6F7E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76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76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96" name="Google Shape;596;p76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597" name="Google Shape;597;p76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76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76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76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" name="Google Shape;601;p76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6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76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76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76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" name="Google Shape;606;p76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76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76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76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6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11" name="Google Shape;611;p76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612" name="Google Shape;612;p76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76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76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76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6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6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6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6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6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76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76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76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76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6F7E3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6" name="Google Shape;626;p77"/>
          <p:cNvGrpSpPr/>
          <p:nvPr/>
        </p:nvGrpSpPr>
        <p:grpSpPr>
          <a:xfrm>
            <a:off x="-1162050" y="0"/>
            <a:ext cx="6820050" cy="6659175"/>
            <a:chOff x="-1162050" y="0"/>
            <a:chExt cx="6820050" cy="6659175"/>
          </a:xfrm>
        </p:grpSpPr>
        <p:sp>
          <p:nvSpPr>
            <p:cNvPr id="627" name="Google Shape;627;p77"/>
            <p:cNvSpPr/>
            <p:nvPr/>
          </p:nvSpPr>
          <p:spPr>
            <a:xfrm>
              <a:off x="-1162050" y="419250"/>
              <a:ext cx="3981300" cy="3981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77"/>
            <p:cNvSpPr/>
            <p:nvPr/>
          </p:nvSpPr>
          <p:spPr>
            <a:xfrm>
              <a:off x="1543050" y="0"/>
              <a:ext cx="3362400" cy="336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77"/>
            <p:cNvSpPr/>
            <p:nvPr/>
          </p:nvSpPr>
          <p:spPr>
            <a:xfrm>
              <a:off x="716400" y="2603175"/>
              <a:ext cx="4055700" cy="4056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77"/>
            <p:cNvSpPr/>
            <p:nvPr/>
          </p:nvSpPr>
          <p:spPr>
            <a:xfrm>
              <a:off x="2457450" y="1793700"/>
              <a:ext cx="1695600" cy="1695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77"/>
            <p:cNvSpPr/>
            <p:nvPr/>
          </p:nvSpPr>
          <p:spPr>
            <a:xfrm>
              <a:off x="3124200" y="1793700"/>
              <a:ext cx="2533800" cy="2533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2" name="Google Shape;632;p77"/>
          <p:cNvSpPr txBox="1"/>
          <p:nvPr>
            <p:ph idx="1" type="subTitle"/>
          </p:nvPr>
        </p:nvSpPr>
        <p:spPr>
          <a:xfrm>
            <a:off x="716400" y="720000"/>
            <a:ext cx="4636500" cy="38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78F"/>
              </a:buClr>
              <a:buSzPts val="5000"/>
              <a:buFont typeface="Lato"/>
              <a:buNone/>
              <a:defRPr b="1" sz="5000">
                <a:solidFill>
                  <a:srgbClr val="0D67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None/>
              <a:defRPr b="1">
                <a:solidFill>
                  <a:srgbClr val="0F689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8"/>
          <p:cNvSpPr txBox="1"/>
          <p:nvPr>
            <p:ph idx="1" type="subTitle"/>
          </p:nvPr>
        </p:nvSpPr>
        <p:spPr>
          <a:xfrm>
            <a:off x="1172263" y="2183575"/>
            <a:ext cx="1461600" cy="248400"/>
          </a:xfrm>
          <a:prstGeom prst="rect">
            <a:avLst/>
          </a:prstGeom>
          <a:solidFill>
            <a:srgbClr val="F6F7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5" name="Google Shape;635;p78"/>
          <p:cNvSpPr txBox="1"/>
          <p:nvPr>
            <p:ph idx="2" type="subTitle"/>
          </p:nvPr>
        </p:nvSpPr>
        <p:spPr>
          <a:xfrm>
            <a:off x="713263" y="2461375"/>
            <a:ext cx="2343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6" name="Google Shape;636;p78"/>
          <p:cNvSpPr txBox="1"/>
          <p:nvPr>
            <p:ph idx="3" type="subTitle"/>
          </p:nvPr>
        </p:nvSpPr>
        <p:spPr>
          <a:xfrm>
            <a:off x="6542263" y="2183575"/>
            <a:ext cx="1461600" cy="248400"/>
          </a:xfrm>
          <a:prstGeom prst="rect">
            <a:avLst/>
          </a:prstGeom>
          <a:solidFill>
            <a:srgbClr val="F6F7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7" name="Google Shape;637;p78"/>
          <p:cNvSpPr txBox="1"/>
          <p:nvPr>
            <p:ph idx="4" type="subTitle"/>
          </p:nvPr>
        </p:nvSpPr>
        <p:spPr>
          <a:xfrm>
            <a:off x="6083263" y="2461375"/>
            <a:ext cx="2343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8" name="Google Shape;638;p78"/>
          <p:cNvSpPr txBox="1"/>
          <p:nvPr>
            <p:ph idx="5" type="subTitle"/>
          </p:nvPr>
        </p:nvSpPr>
        <p:spPr>
          <a:xfrm>
            <a:off x="3857263" y="2183575"/>
            <a:ext cx="1461600" cy="248400"/>
          </a:xfrm>
          <a:prstGeom prst="rect">
            <a:avLst/>
          </a:prstGeom>
          <a:solidFill>
            <a:srgbClr val="F6F7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39" name="Google Shape;639;p78"/>
          <p:cNvSpPr txBox="1"/>
          <p:nvPr>
            <p:ph idx="6" type="subTitle"/>
          </p:nvPr>
        </p:nvSpPr>
        <p:spPr>
          <a:xfrm>
            <a:off x="3398263" y="2461375"/>
            <a:ext cx="2343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0" name="Google Shape;640;p78"/>
          <p:cNvSpPr txBox="1"/>
          <p:nvPr>
            <p:ph idx="7" type="subTitle"/>
          </p:nvPr>
        </p:nvSpPr>
        <p:spPr>
          <a:xfrm>
            <a:off x="5076463" y="3894000"/>
            <a:ext cx="1461600" cy="248400"/>
          </a:xfrm>
          <a:prstGeom prst="rect">
            <a:avLst/>
          </a:prstGeom>
          <a:solidFill>
            <a:srgbClr val="F6F7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1" name="Google Shape;641;p78"/>
          <p:cNvSpPr txBox="1"/>
          <p:nvPr>
            <p:ph idx="8" type="subTitle"/>
          </p:nvPr>
        </p:nvSpPr>
        <p:spPr>
          <a:xfrm>
            <a:off x="4617463" y="4161000"/>
            <a:ext cx="2343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2" name="Google Shape;642;p78"/>
          <p:cNvSpPr txBox="1"/>
          <p:nvPr>
            <p:ph idx="9" type="subTitle"/>
          </p:nvPr>
        </p:nvSpPr>
        <p:spPr>
          <a:xfrm>
            <a:off x="2561863" y="3894000"/>
            <a:ext cx="1461600" cy="248400"/>
          </a:xfrm>
          <a:prstGeom prst="rect">
            <a:avLst/>
          </a:prstGeom>
          <a:solidFill>
            <a:srgbClr val="F6F7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3" name="Google Shape;643;p78"/>
          <p:cNvSpPr txBox="1"/>
          <p:nvPr>
            <p:ph idx="13" type="subTitle"/>
          </p:nvPr>
        </p:nvSpPr>
        <p:spPr>
          <a:xfrm>
            <a:off x="2102863" y="4161000"/>
            <a:ext cx="23436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4" name="Google Shape;644;p78"/>
          <p:cNvSpPr txBox="1"/>
          <p:nvPr>
            <p:ph type="ctrTitle"/>
          </p:nvPr>
        </p:nvSpPr>
        <p:spPr>
          <a:xfrm>
            <a:off x="988725" y="695909"/>
            <a:ext cx="71667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5" name="Google Shape;645;p78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8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47" name="Google Shape;647;p78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648" name="Google Shape;648;p78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8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0" name="Google Shape;650;p78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78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" name="Google Shape;652;p78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78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78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78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8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7" name="Google Shape;657;p78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78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8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0" name="Google Shape;660;p78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78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2" name="Google Shape;662;p78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663" name="Google Shape;663;p78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8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8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6" name="Google Shape;666;p78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78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78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78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78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78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78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78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78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78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4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9"/>
          <p:cNvSpPr txBox="1"/>
          <p:nvPr>
            <p:ph idx="1" type="subTitle"/>
          </p:nvPr>
        </p:nvSpPr>
        <p:spPr>
          <a:xfrm>
            <a:off x="3677240" y="3675138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78" name="Google Shape;678;p79"/>
          <p:cNvSpPr txBox="1"/>
          <p:nvPr>
            <p:ph idx="2" type="subTitle"/>
          </p:nvPr>
        </p:nvSpPr>
        <p:spPr>
          <a:xfrm>
            <a:off x="6373216" y="3675138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79" name="Google Shape;679;p79"/>
          <p:cNvSpPr txBox="1"/>
          <p:nvPr>
            <p:ph idx="3" type="subTitle"/>
          </p:nvPr>
        </p:nvSpPr>
        <p:spPr>
          <a:xfrm>
            <a:off x="981265" y="3675138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600"/>
              <a:buFont typeface="Lato"/>
              <a:buNone/>
              <a:defRPr b="1" sz="1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0" name="Google Shape;680;p79"/>
          <p:cNvSpPr txBox="1"/>
          <p:nvPr>
            <p:ph type="title"/>
          </p:nvPr>
        </p:nvSpPr>
        <p:spPr>
          <a:xfrm>
            <a:off x="6197116" y="1895850"/>
            <a:ext cx="21417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4500"/>
              <a:buFont typeface="Lato"/>
              <a:buNone/>
              <a:defRPr b="1" sz="45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1" name="Google Shape;681;p79"/>
          <p:cNvSpPr txBox="1"/>
          <p:nvPr>
            <p:ph idx="4" type="title"/>
          </p:nvPr>
        </p:nvSpPr>
        <p:spPr>
          <a:xfrm>
            <a:off x="3501140" y="1895850"/>
            <a:ext cx="21417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4500"/>
              <a:buFont typeface="Lato"/>
              <a:buNone/>
              <a:defRPr b="1" sz="45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2" name="Google Shape;682;p79"/>
          <p:cNvSpPr txBox="1"/>
          <p:nvPr>
            <p:ph idx="5" type="title"/>
          </p:nvPr>
        </p:nvSpPr>
        <p:spPr>
          <a:xfrm>
            <a:off x="805165" y="1895850"/>
            <a:ext cx="21417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4500"/>
              <a:buFont typeface="Lato"/>
              <a:buNone/>
              <a:defRPr b="1" sz="45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B8F"/>
              </a:buClr>
              <a:buSzPts val="5000"/>
              <a:buFont typeface="Lato"/>
              <a:buNone/>
              <a:defRPr sz="5000">
                <a:solidFill>
                  <a:srgbClr val="126B8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3" name="Google Shape;683;p79"/>
          <p:cNvSpPr txBox="1"/>
          <p:nvPr>
            <p:ph idx="6" type="subTitle"/>
          </p:nvPr>
        </p:nvSpPr>
        <p:spPr>
          <a:xfrm>
            <a:off x="981265" y="3933263"/>
            <a:ext cx="178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4" name="Google Shape;684;p79"/>
          <p:cNvSpPr txBox="1"/>
          <p:nvPr>
            <p:ph idx="7" type="subTitle"/>
          </p:nvPr>
        </p:nvSpPr>
        <p:spPr>
          <a:xfrm>
            <a:off x="3677390" y="3908827"/>
            <a:ext cx="178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5" name="Google Shape;685;p79"/>
          <p:cNvSpPr txBox="1"/>
          <p:nvPr>
            <p:ph idx="8" type="subTitle"/>
          </p:nvPr>
        </p:nvSpPr>
        <p:spPr>
          <a:xfrm>
            <a:off x="6373216" y="3933263"/>
            <a:ext cx="17895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6" name="Google Shape;686;p79"/>
          <p:cNvSpPr txBox="1"/>
          <p:nvPr>
            <p:ph idx="9" type="ctrTitle"/>
          </p:nvPr>
        </p:nvSpPr>
        <p:spPr>
          <a:xfrm>
            <a:off x="988650" y="700086"/>
            <a:ext cx="716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87" name="Google Shape;687;p79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79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89" name="Google Shape;689;p79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690" name="Google Shape;690;p79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9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2" name="Google Shape;692;p79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79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4" name="Google Shape;694;p79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79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79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79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79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" name="Google Shape;699;p79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79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79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2" name="Google Shape;702;p79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79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04" name="Google Shape;704;p79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705" name="Google Shape;705;p79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9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9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8" name="Google Shape;708;p79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79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79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79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79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79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79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79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79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79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0"/>
          <p:cNvSpPr txBox="1"/>
          <p:nvPr>
            <p:ph type="ctrTitle"/>
          </p:nvPr>
        </p:nvSpPr>
        <p:spPr>
          <a:xfrm>
            <a:off x="736950" y="695909"/>
            <a:ext cx="30540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700"/>
              <a:buFont typeface="Lato"/>
              <a:buNone/>
              <a:defRPr b="1" sz="27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20" name="Google Shape;720;p80"/>
          <p:cNvSpPr txBox="1"/>
          <p:nvPr>
            <p:ph idx="1" type="subTitle"/>
          </p:nvPr>
        </p:nvSpPr>
        <p:spPr>
          <a:xfrm>
            <a:off x="738582" y="1496450"/>
            <a:ext cx="18618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300"/>
              <a:buNone/>
              <a:defRPr sz="1300">
                <a:solidFill>
                  <a:srgbClr val="0F6890"/>
                </a:solidFill>
              </a:defRPr>
            </a:lvl9pPr>
          </a:lstStyle>
          <a:p/>
        </p:txBody>
      </p:sp>
      <p:sp>
        <p:nvSpPr>
          <p:cNvPr id="721" name="Google Shape;721;p80"/>
          <p:cNvSpPr/>
          <p:nvPr/>
        </p:nvSpPr>
        <p:spPr>
          <a:xfrm>
            <a:off x="3877222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01808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80"/>
          <p:cNvSpPr txBox="1"/>
          <p:nvPr/>
        </p:nvSpPr>
        <p:spPr>
          <a:xfrm>
            <a:off x="4311780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CO₂ EMISSIONS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23" name="Google Shape;723;p80"/>
          <p:cNvGrpSpPr/>
          <p:nvPr/>
        </p:nvGrpSpPr>
        <p:grpSpPr>
          <a:xfrm>
            <a:off x="3996736" y="105461"/>
            <a:ext cx="274235" cy="171101"/>
            <a:chOff x="11481550" y="2611546"/>
            <a:chExt cx="798588" cy="518331"/>
          </a:xfrm>
        </p:grpSpPr>
        <p:sp>
          <p:nvSpPr>
            <p:cNvPr id="724" name="Google Shape;724;p80"/>
            <p:cNvSpPr/>
            <p:nvPr/>
          </p:nvSpPr>
          <p:spPr>
            <a:xfrm>
              <a:off x="11481550" y="2611546"/>
              <a:ext cx="798588" cy="518331"/>
            </a:xfrm>
            <a:custGeom>
              <a:rect b="b" l="l" r="r" t="t"/>
              <a:pathLst>
                <a:path extrusionOk="0" h="569595" w="877569">
                  <a:moveTo>
                    <a:pt x="709130" y="565616"/>
                  </a:moveTo>
                  <a:lnTo>
                    <a:pt x="207176" y="569165"/>
                  </a:lnTo>
                  <a:lnTo>
                    <a:pt x="160027" y="564058"/>
                  </a:lnTo>
                  <a:lnTo>
                    <a:pt x="116641" y="548868"/>
                  </a:lnTo>
                  <a:lnTo>
                    <a:pt x="78270" y="524831"/>
                  </a:lnTo>
                  <a:lnTo>
                    <a:pt x="46168" y="493181"/>
                  </a:lnTo>
                  <a:lnTo>
                    <a:pt x="21587" y="455155"/>
                  </a:lnTo>
                  <a:lnTo>
                    <a:pt x="5780" y="411986"/>
                  </a:lnTo>
                  <a:lnTo>
                    <a:pt x="0" y="364910"/>
                  </a:lnTo>
                  <a:lnTo>
                    <a:pt x="5223" y="317280"/>
                  </a:lnTo>
                  <a:lnTo>
                    <a:pt x="20733" y="273503"/>
                  </a:lnTo>
                  <a:lnTo>
                    <a:pt x="45252" y="234875"/>
                  </a:lnTo>
                  <a:lnTo>
                    <a:pt x="77503" y="202692"/>
                  </a:lnTo>
                  <a:lnTo>
                    <a:pt x="116210" y="178249"/>
                  </a:lnTo>
                  <a:lnTo>
                    <a:pt x="160094" y="162841"/>
                  </a:lnTo>
                  <a:lnTo>
                    <a:pt x="207878" y="157764"/>
                  </a:lnTo>
                  <a:lnTo>
                    <a:pt x="235514" y="112904"/>
                  </a:lnTo>
                  <a:lnTo>
                    <a:pt x="270353" y="74502"/>
                  </a:lnTo>
                  <a:lnTo>
                    <a:pt x="311317" y="43284"/>
                  </a:lnTo>
                  <a:lnTo>
                    <a:pt x="357326" y="19976"/>
                  </a:lnTo>
                  <a:lnTo>
                    <a:pt x="407301" y="5306"/>
                  </a:lnTo>
                  <a:lnTo>
                    <a:pt x="460163" y="0"/>
                  </a:lnTo>
                  <a:lnTo>
                    <a:pt x="508290" y="3790"/>
                  </a:lnTo>
                  <a:lnTo>
                    <a:pt x="554856" y="15601"/>
                  </a:lnTo>
                  <a:lnTo>
                    <a:pt x="598757" y="35053"/>
                  </a:lnTo>
                  <a:lnTo>
                    <a:pt x="638891" y="61767"/>
                  </a:lnTo>
                  <a:lnTo>
                    <a:pt x="670415" y="91091"/>
                  </a:lnTo>
                  <a:lnTo>
                    <a:pt x="697040" y="124666"/>
                  </a:lnTo>
                  <a:lnTo>
                    <a:pt x="718315" y="161774"/>
                  </a:lnTo>
                  <a:lnTo>
                    <a:pt x="733789" y="201700"/>
                  </a:lnTo>
                  <a:lnTo>
                    <a:pt x="780217" y="219199"/>
                  </a:lnTo>
                  <a:lnTo>
                    <a:pt x="819579" y="247838"/>
                  </a:lnTo>
                  <a:lnTo>
                    <a:pt x="850053" y="285566"/>
                  </a:lnTo>
                  <a:lnTo>
                    <a:pt x="869821" y="330331"/>
                  </a:lnTo>
                  <a:lnTo>
                    <a:pt x="877062" y="380082"/>
                  </a:lnTo>
                  <a:lnTo>
                    <a:pt x="874136" y="414222"/>
                  </a:lnTo>
                  <a:lnTo>
                    <a:pt x="850148" y="477337"/>
                  </a:lnTo>
                  <a:lnTo>
                    <a:pt x="805969" y="526842"/>
                  </a:lnTo>
                  <a:lnTo>
                    <a:pt x="749633" y="556739"/>
                  </a:lnTo>
                  <a:lnTo>
                    <a:pt x="718239" y="563940"/>
                  </a:lnTo>
                  <a:lnTo>
                    <a:pt x="715402" y="564998"/>
                  </a:lnTo>
                  <a:lnTo>
                    <a:pt x="712334" y="565595"/>
                  </a:lnTo>
                  <a:lnTo>
                    <a:pt x="709130" y="565616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80"/>
            <p:cNvSpPr/>
            <p:nvPr/>
          </p:nvSpPr>
          <p:spPr>
            <a:xfrm>
              <a:off x="11784358" y="2756293"/>
              <a:ext cx="231140" cy="271590"/>
            </a:xfrm>
            <a:custGeom>
              <a:rect b="b" l="l" r="r" t="t"/>
              <a:pathLst>
                <a:path extrusionOk="0" h="298450" w="254000">
                  <a:moveTo>
                    <a:pt x="151872" y="148602"/>
                  </a:moveTo>
                  <a:lnTo>
                    <a:pt x="150993" y="25067"/>
                  </a:lnTo>
                  <a:lnTo>
                    <a:pt x="125559" y="0"/>
                  </a:lnTo>
                  <a:lnTo>
                    <a:pt x="115749" y="2052"/>
                  </a:lnTo>
                  <a:lnTo>
                    <a:pt x="107765" y="7520"/>
                  </a:lnTo>
                  <a:lnTo>
                    <a:pt x="102413" y="15584"/>
                  </a:lnTo>
                  <a:lnTo>
                    <a:pt x="100502" y="25423"/>
                  </a:lnTo>
                  <a:lnTo>
                    <a:pt x="101371" y="148833"/>
                  </a:lnTo>
                  <a:lnTo>
                    <a:pt x="101402" y="153754"/>
                  </a:lnTo>
                  <a:lnTo>
                    <a:pt x="97465" y="157775"/>
                  </a:lnTo>
                  <a:lnTo>
                    <a:pt x="92544" y="157848"/>
                  </a:lnTo>
                  <a:lnTo>
                    <a:pt x="10557" y="158989"/>
                  </a:lnTo>
                  <a:lnTo>
                    <a:pt x="4435" y="160958"/>
                  </a:lnTo>
                  <a:lnTo>
                    <a:pt x="709" y="165667"/>
                  </a:lnTo>
                  <a:lnTo>
                    <a:pt x="0" y="171629"/>
                  </a:lnTo>
                  <a:lnTo>
                    <a:pt x="2924" y="177355"/>
                  </a:lnTo>
                  <a:lnTo>
                    <a:pt x="121287" y="294964"/>
                  </a:lnTo>
                  <a:lnTo>
                    <a:pt x="124826" y="298451"/>
                  </a:lnTo>
                  <a:lnTo>
                    <a:pt x="130522" y="298409"/>
                  </a:lnTo>
                  <a:lnTo>
                    <a:pt x="134009" y="294870"/>
                  </a:lnTo>
                  <a:lnTo>
                    <a:pt x="226938" y="200622"/>
                  </a:lnTo>
                  <a:lnTo>
                    <a:pt x="230556" y="197022"/>
                  </a:lnTo>
                  <a:lnTo>
                    <a:pt x="236261" y="191431"/>
                  </a:lnTo>
                  <a:lnTo>
                    <a:pt x="243251" y="184619"/>
                  </a:lnTo>
                  <a:lnTo>
                    <a:pt x="250728" y="177355"/>
                  </a:lnTo>
                  <a:lnTo>
                    <a:pt x="253856" y="171634"/>
                  </a:lnTo>
                  <a:lnTo>
                    <a:pt x="160678" y="157482"/>
                  </a:lnTo>
                  <a:lnTo>
                    <a:pt x="155820" y="157408"/>
                  </a:lnTo>
                  <a:lnTo>
                    <a:pt x="151904" y="153461"/>
                  </a:lnTo>
                  <a:lnTo>
                    <a:pt x="151872" y="148602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80"/>
          <p:cNvSpPr/>
          <p:nvPr/>
        </p:nvSpPr>
        <p:spPr>
          <a:xfrm>
            <a:off x="2296809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0A69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80"/>
          <p:cNvSpPr txBox="1"/>
          <p:nvPr/>
        </p:nvSpPr>
        <p:spPr>
          <a:xfrm>
            <a:off x="2695149" y="44225"/>
            <a:ext cx="933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WASTE MANAGEMENT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8" name="Google Shape;728;p80"/>
          <p:cNvSpPr/>
          <p:nvPr/>
        </p:nvSpPr>
        <p:spPr>
          <a:xfrm>
            <a:off x="2436853" y="79049"/>
            <a:ext cx="182165" cy="78296"/>
          </a:xfrm>
          <a:custGeom>
            <a:rect b="b" l="l" r="r" t="t"/>
            <a:pathLst>
              <a:path extrusionOk="0" h="260985" w="582929">
                <a:moveTo>
                  <a:pt x="365716" y="229198"/>
                </a:moveTo>
                <a:lnTo>
                  <a:pt x="355434" y="234817"/>
                </a:lnTo>
                <a:lnTo>
                  <a:pt x="336624" y="243687"/>
                </a:lnTo>
                <a:lnTo>
                  <a:pt x="322489" y="253205"/>
                </a:lnTo>
                <a:lnTo>
                  <a:pt x="326230" y="260768"/>
                </a:lnTo>
                <a:lnTo>
                  <a:pt x="352928" y="260768"/>
                </a:lnTo>
                <a:lnTo>
                  <a:pt x="411662" y="260768"/>
                </a:lnTo>
                <a:lnTo>
                  <a:pt x="470397" y="260768"/>
                </a:lnTo>
                <a:lnTo>
                  <a:pt x="497094" y="260768"/>
                </a:lnTo>
                <a:lnTo>
                  <a:pt x="582631" y="126102"/>
                </a:lnTo>
                <a:lnTo>
                  <a:pt x="578310" y="119066"/>
                </a:lnTo>
                <a:lnTo>
                  <a:pt x="561836" y="125544"/>
                </a:lnTo>
                <a:lnTo>
                  <a:pt x="543281" y="136165"/>
                </a:lnTo>
                <a:lnTo>
                  <a:pt x="532716" y="141557"/>
                </a:lnTo>
                <a:lnTo>
                  <a:pt x="513423" y="111550"/>
                </a:lnTo>
                <a:lnTo>
                  <a:pt x="489364" y="71877"/>
                </a:lnTo>
                <a:lnTo>
                  <a:pt x="462789" y="34825"/>
                </a:lnTo>
                <a:lnTo>
                  <a:pt x="435944" y="12681"/>
                </a:lnTo>
                <a:lnTo>
                  <a:pt x="399921" y="3243"/>
                </a:lnTo>
                <a:lnTo>
                  <a:pt x="338358" y="0"/>
                </a:lnTo>
                <a:lnTo>
                  <a:pt x="267717" y="301"/>
                </a:lnTo>
                <a:lnTo>
                  <a:pt x="204458" y="1495"/>
                </a:lnTo>
                <a:lnTo>
                  <a:pt x="165042" y="933"/>
                </a:lnTo>
                <a:lnTo>
                  <a:pt x="95068" y="30842"/>
                </a:lnTo>
                <a:lnTo>
                  <a:pt x="66724" y="65672"/>
                </a:lnTo>
                <a:lnTo>
                  <a:pt x="41890" y="105247"/>
                </a:lnTo>
                <a:lnTo>
                  <a:pt x="19878" y="143188"/>
                </a:lnTo>
                <a:lnTo>
                  <a:pt x="0" y="173116"/>
                </a:lnTo>
                <a:lnTo>
                  <a:pt x="167031" y="260778"/>
                </a:lnTo>
                <a:lnTo>
                  <a:pt x="276399" y="88616"/>
                </a:lnTo>
                <a:lnTo>
                  <a:pt x="365716" y="229198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80"/>
          <p:cNvSpPr/>
          <p:nvPr/>
        </p:nvSpPr>
        <p:spPr>
          <a:xfrm>
            <a:off x="2523183" y="157338"/>
            <a:ext cx="133350" cy="145161"/>
          </a:xfrm>
          <a:custGeom>
            <a:rect b="b" l="l" r="r" t="t"/>
            <a:pathLst>
              <a:path extrusionOk="0" h="483870" w="426720">
                <a:moveTo>
                  <a:pt x="413202" y="216569"/>
                </a:moveTo>
                <a:lnTo>
                  <a:pt x="426236" y="182635"/>
                </a:lnTo>
                <a:lnTo>
                  <a:pt x="419651" y="144340"/>
                </a:lnTo>
                <a:lnTo>
                  <a:pt x="400192" y="104307"/>
                </a:lnTo>
                <a:lnTo>
                  <a:pt x="374603" y="65157"/>
                </a:lnTo>
                <a:lnTo>
                  <a:pt x="349631" y="29513"/>
                </a:lnTo>
                <a:lnTo>
                  <a:pt x="332021" y="0"/>
                </a:lnTo>
                <a:lnTo>
                  <a:pt x="165000" y="87662"/>
                </a:lnTo>
                <a:lnTo>
                  <a:pt x="274316" y="259845"/>
                </a:lnTo>
                <a:lnTo>
                  <a:pt x="95724" y="259855"/>
                </a:lnTo>
                <a:lnTo>
                  <a:pt x="95513" y="248505"/>
                </a:lnTo>
                <a:lnTo>
                  <a:pt x="96411" y="228576"/>
                </a:lnTo>
                <a:lnTo>
                  <a:pt x="94619" y="212209"/>
                </a:lnTo>
                <a:lnTo>
                  <a:pt x="43162" y="279530"/>
                </a:lnTo>
                <a:lnTo>
                  <a:pt x="13487" y="326272"/>
                </a:lnTo>
                <a:lnTo>
                  <a:pt x="0" y="347518"/>
                </a:lnTo>
                <a:lnTo>
                  <a:pt x="86321" y="483514"/>
                </a:lnTo>
                <a:lnTo>
                  <a:pt x="94602" y="482860"/>
                </a:lnTo>
                <a:lnTo>
                  <a:pt x="96418" y="466464"/>
                </a:lnTo>
                <a:lnTo>
                  <a:pt x="95536" y="446508"/>
                </a:lnTo>
                <a:lnTo>
                  <a:pt x="95724" y="435169"/>
                </a:lnTo>
                <a:lnTo>
                  <a:pt x="218684" y="435169"/>
                </a:lnTo>
                <a:lnTo>
                  <a:pt x="254106" y="429494"/>
                </a:lnTo>
                <a:lnTo>
                  <a:pt x="287164" y="405734"/>
                </a:lnTo>
                <a:lnTo>
                  <a:pt x="317749" y="369635"/>
                </a:lnTo>
                <a:lnTo>
                  <a:pt x="345754" y="326933"/>
                </a:lnTo>
                <a:lnTo>
                  <a:pt x="371069" y="283364"/>
                </a:lnTo>
                <a:lnTo>
                  <a:pt x="393588" y="244664"/>
                </a:lnTo>
                <a:lnTo>
                  <a:pt x="413202" y="21656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80"/>
          <p:cNvSpPr/>
          <p:nvPr/>
        </p:nvSpPr>
        <p:spPr>
          <a:xfrm>
            <a:off x="2389957" y="157327"/>
            <a:ext cx="115888" cy="131254"/>
          </a:xfrm>
          <a:custGeom>
            <a:rect b="b" l="l" r="r" t="t"/>
            <a:pathLst>
              <a:path extrusionOk="0" h="437514" w="370840">
                <a:moveTo>
                  <a:pt x="152110" y="259876"/>
                </a:moveTo>
                <a:lnTo>
                  <a:pt x="241406" y="119242"/>
                </a:lnTo>
                <a:lnTo>
                  <a:pt x="284619" y="141932"/>
                </a:lnTo>
                <a:lnTo>
                  <a:pt x="284743" y="124740"/>
                </a:lnTo>
                <a:lnTo>
                  <a:pt x="255136" y="75622"/>
                </a:lnTo>
                <a:lnTo>
                  <a:pt x="220561" y="24181"/>
                </a:lnTo>
                <a:lnTo>
                  <a:pt x="205784" y="20"/>
                </a:lnTo>
                <a:lnTo>
                  <a:pt x="34930" y="0"/>
                </a:lnTo>
                <a:lnTo>
                  <a:pt x="31182" y="7543"/>
                </a:lnTo>
                <a:lnTo>
                  <a:pt x="45312" y="17083"/>
                </a:lnTo>
                <a:lnTo>
                  <a:pt x="64115" y="25971"/>
                </a:lnTo>
                <a:lnTo>
                  <a:pt x="74385" y="31559"/>
                </a:lnTo>
                <a:lnTo>
                  <a:pt x="55949" y="61323"/>
                </a:lnTo>
                <a:lnTo>
                  <a:pt x="30167" y="99782"/>
                </a:lnTo>
                <a:lnTo>
                  <a:pt x="7898" y="139293"/>
                </a:lnTo>
                <a:lnTo>
                  <a:pt x="9000" y="205359"/>
                </a:lnTo>
                <a:lnTo>
                  <a:pt x="36893" y="255742"/>
                </a:lnTo>
                <a:lnTo>
                  <a:pt x="72762" y="311548"/>
                </a:lnTo>
                <a:lnTo>
                  <a:pt x="105693" y="360960"/>
                </a:lnTo>
                <a:lnTo>
                  <a:pt x="124771" y="392166"/>
                </a:lnTo>
                <a:lnTo>
                  <a:pt x="150685" y="419106"/>
                </a:lnTo>
                <a:lnTo>
                  <a:pt x="190526" y="432688"/>
                </a:lnTo>
                <a:lnTo>
                  <a:pt x="238377" y="436999"/>
                </a:lnTo>
                <a:lnTo>
                  <a:pt x="288320" y="436129"/>
                </a:lnTo>
                <a:lnTo>
                  <a:pt x="334439" y="434167"/>
                </a:lnTo>
                <a:lnTo>
                  <a:pt x="370815" y="435201"/>
                </a:lnTo>
                <a:lnTo>
                  <a:pt x="370815" y="259876"/>
                </a:lnTo>
                <a:lnTo>
                  <a:pt x="152110" y="259876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80"/>
          <p:cNvSpPr/>
          <p:nvPr/>
        </p:nvSpPr>
        <p:spPr>
          <a:xfrm>
            <a:off x="7038038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5FB8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80"/>
          <p:cNvSpPr txBox="1"/>
          <p:nvPr/>
        </p:nvSpPr>
        <p:spPr>
          <a:xfrm>
            <a:off x="7411075" y="44225"/>
            <a:ext cx="932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ACTION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3" name="Google Shape;733;p80"/>
          <p:cNvSpPr/>
          <p:nvPr/>
        </p:nvSpPr>
        <p:spPr>
          <a:xfrm>
            <a:off x="7141465" y="89790"/>
            <a:ext cx="239030" cy="202501"/>
          </a:xfrm>
          <a:custGeom>
            <a:rect b="b" l="l" r="r" t="t"/>
            <a:pathLst>
              <a:path extrusionOk="0" h="675004" w="758825">
                <a:moveTo>
                  <a:pt x="698198" y="66029"/>
                </a:moveTo>
                <a:lnTo>
                  <a:pt x="666171" y="37751"/>
                </a:lnTo>
                <a:lnTo>
                  <a:pt x="629594" y="17049"/>
                </a:lnTo>
                <a:lnTo>
                  <a:pt x="589399" y="4330"/>
                </a:lnTo>
                <a:lnTo>
                  <a:pt x="546517" y="0"/>
                </a:lnTo>
                <a:lnTo>
                  <a:pt x="514391" y="2589"/>
                </a:lnTo>
                <a:lnTo>
                  <a:pt x="454707" y="23191"/>
                </a:lnTo>
                <a:lnTo>
                  <a:pt x="414318" y="52037"/>
                </a:lnTo>
                <a:lnTo>
                  <a:pt x="379182" y="91431"/>
                </a:lnTo>
                <a:lnTo>
                  <a:pt x="368160" y="77213"/>
                </a:lnTo>
                <a:lnTo>
                  <a:pt x="331005" y="41129"/>
                </a:lnTo>
                <a:lnTo>
                  <a:pt x="274612" y="10332"/>
                </a:lnTo>
                <a:lnTo>
                  <a:pt x="211857" y="0"/>
                </a:lnTo>
                <a:lnTo>
                  <a:pt x="168963" y="4330"/>
                </a:lnTo>
                <a:lnTo>
                  <a:pt x="128761" y="17049"/>
                </a:lnTo>
                <a:lnTo>
                  <a:pt x="92182" y="37751"/>
                </a:lnTo>
                <a:lnTo>
                  <a:pt x="60155" y="66029"/>
                </a:lnTo>
                <a:lnTo>
                  <a:pt x="34393" y="100314"/>
                </a:lnTo>
                <a:lnTo>
                  <a:pt x="15533" y="139383"/>
                </a:lnTo>
                <a:lnTo>
                  <a:pt x="3945" y="182245"/>
                </a:lnTo>
                <a:lnTo>
                  <a:pt x="0" y="227909"/>
                </a:lnTo>
                <a:lnTo>
                  <a:pt x="4538" y="275127"/>
                </a:lnTo>
                <a:lnTo>
                  <a:pt x="18371" y="321121"/>
                </a:lnTo>
                <a:lnTo>
                  <a:pt x="41823" y="366698"/>
                </a:lnTo>
                <a:lnTo>
                  <a:pt x="75222" y="412668"/>
                </a:lnTo>
                <a:lnTo>
                  <a:pt x="105095" y="446067"/>
                </a:lnTo>
                <a:lnTo>
                  <a:pt x="139322" y="480053"/>
                </a:lnTo>
                <a:lnTo>
                  <a:pt x="177439" y="515013"/>
                </a:lnTo>
                <a:lnTo>
                  <a:pt x="218985" y="551332"/>
                </a:lnTo>
                <a:lnTo>
                  <a:pt x="263499" y="589395"/>
                </a:lnTo>
                <a:lnTo>
                  <a:pt x="283685" y="606604"/>
                </a:lnTo>
                <a:lnTo>
                  <a:pt x="304954" y="624804"/>
                </a:lnTo>
                <a:lnTo>
                  <a:pt x="327086" y="643869"/>
                </a:lnTo>
                <a:lnTo>
                  <a:pt x="349863" y="663676"/>
                </a:lnTo>
                <a:lnTo>
                  <a:pt x="356350" y="668392"/>
                </a:lnTo>
                <a:lnTo>
                  <a:pt x="363517" y="671846"/>
                </a:lnTo>
                <a:lnTo>
                  <a:pt x="371187" y="673968"/>
                </a:lnTo>
                <a:lnTo>
                  <a:pt x="379182" y="674691"/>
                </a:lnTo>
                <a:lnTo>
                  <a:pt x="387171" y="673968"/>
                </a:lnTo>
                <a:lnTo>
                  <a:pt x="394840" y="671847"/>
                </a:lnTo>
                <a:lnTo>
                  <a:pt x="402003" y="668396"/>
                </a:lnTo>
                <a:lnTo>
                  <a:pt x="408479" y="663686"/>
                </a:lnTo>
                <a:lnTo>
                  <a:pt x="431265" y="643872"/>
                </a:lnTo>
                <a:lnTo>
                  <a:pt x="453408" y="624799"/>
                </a:lnTo>
                <a:lnTo>
                  <a:pt x="474686" y="606591"/>
                </a:lnTo>
                <a:lnTo>
                  <a:pt x="494874" y="589374"/>
                </a:lnTo>
                <a:lnTo>
                  <a:pt x="539384" y="551317"/>
                </a:lnTo>
                <a:lnTo>
                  <a:pt x="580930" y="515004"/>
                </a:lnTo>
                <a:lnTo>
                  <a:pt x="619049" y="480049"/>
                </a:lnTo>
                <a:lnTo>
                  <a:pt x="653277" y="446066"/>
                </a:lnTo>
                <a:lnTo>
                  <a:pt x="683151" y="412668"/>
                </a:lnTo>
                <a:lnTo>
                  <a:pt x="716547" y="366698"/>
                </a:lnTo>
                <a:lnTo>
                  <a:pt x="739993" y="321119"/>
                </a:lnTo>
                <a:lnTo>
                  <a:pt x="753818" y="275123"/>
                </a:lnTo>
                <a:lnTo>
                  <a:pt x="758353" y="227898"/>
                </a:lnTo>
                <a:lnTo>
                  <a:pt x="754408" y="182241"/>
                </a:lnTo>
                <a:lnTo>
                  <a:pt x="742820" y="139381"/>
                </a:lnTo>
                <a:lnTo>
                  <a:pt x="723959" y="100313"/>
                </a:lnTo>
                <a:lnTo>
                  <a:pt x="698198" y="66029"/>
                </a:lnTo>
                <a:close/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80"/>
          <p:cNvSpPr/>
          <p:nvPr/>
        </p:nvSpPr>
        <p:spPr>
          <a:xfrm>
            <a:off x="5457631" y="-10800"/>
            <a:ext cx="1399552" cy="366522"/>
          </a:xfrm>
          <a:custGeom>
            <a:rect b="b" l="l" r="r" t="t"/>
            <a:pathLst>
              <a:path extrusionOk="0" h="660400" w="3235959">
                <a:moveTo>
                  <a:pt x="3235681" y="0"/>
                </a:moveTo>
                <a:lnTo>
                  <a:pt x="0" y="0"/>
                </a:lnTo>
                <a:lnTo>
                  <a:pt x="0" y="555574"/>
                </a:lnTo>
                <a:lnTo>
                  <a:pt x="8229" y="596332"/>
                </a:lnTo>
                <a:lnTo>
                  <a:pt x="30671" y="629615"/>
                </a:lnTo>
                <a:lnTo>
                  <a:pt x="63955" y="652055"/>
                </a:lnTo>
                <a:lnTo>
                  <a:pt x="104708" y="660283"/>
                </a:lnTo>
                <a:lnTo>
                  <a:pt x="3130972" y="660283"/>
                </a:lnTo>
                <a:lnTo>
                  <a:pt x="3171726" y="652055"/>
                </a:lnTo>
                <a:lnTo>
                  <a:pt x="3205009" y="629615"/>
                </a:lnTo>
                <a:lnTo>
                  <a:pt x="3227451" y="596332"/>
                </a:lnTo>
                <a:lnTo>
                  <a:pt x="3235681" y="555574"/>
                </a:lnTo>
                <a:lnTo>
                  <a:pt x="3235681" y="0"/>
                </a:lnTo>
                <a:close/>
              </a:path>
            </a:pathLst>
          </a:custGeom>
          <a:solidFill>
            <a:srgbClr val="09678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80"/>
          <p:cNvSpPr txBox="1"/>
          <p:nvPr/>
        </p:nvSpPr>
        <p:spPr>
          <a:xfrm>
            <a:off x="5874975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COMMITTED EMPLOYEES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6" name="Google Shape;736;p80"/>
          <p:cNvSpPr/>
          <p:nvPr/>
        </p:nvSpPr>
        <p:spPr>
          <a:xfrm>
            <a:off x="716400" y="-10800"/>
            <a:ext cx="1399553" cy="366522"/>
          </a:xfrm>
          <a:custGeom>
            <a:rect b="b" l="l" r="r" t="t"/>
            <a:pathLst>
              <a:path extrusionOk="0" h="660400" w="3235960">
                <a:moveTo>
                  <a:pt x="3235671" y="0"/>
                </a:moveTo>
                <a:lnTo>
                  <a:pt x="0" y="0"/>
                </a:lnTo>
                <a:lnTo>
                  <a:pt x="0" y="555574"/>
                </a:lnTo>
                <a:lnTo>
                  <a:pt x="8228" y="596332"/>
                </a:lnTo>
                <a:lnTo>
                  <a:pt x="30667" y="629615"/>
                </a:lnTo>
                <a:lnTo>
                  <a:pt x="63950" y="652055"/>
                </a:lnTo>
                <a:lnTo>
                  <a:pt x="104708" y="660283"/>
                </a:lnTo>
                <a:lnTo>
                  <a:pt x="3130962" y="660283"/>
                </a:lnTo>
                <a:lnTo>
                  <a:pt x="3171720" y="652055"/>
                </a:lnTo>
                <a:lnTo>
                  <a:pt x="3205003" y="629615"/>
                </a:lnTo>
                <a:lnTo>
                  <a:pt x="3227442" y="596332"/>
                </a:lnTo>
                <a:lnTo>
                  <a:pt x="3235671" y="555574"/>
                </a:lnTo>
                <a:lnTo>
                  <a:pt x="3235671" y="0"/>
                </a:lnTo>
                <a:close/>
              </a:path>
            </a:pathLst>
          </a:custGeom>
          <a:solidFill>
            <a:srgbClr val="88C3B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80"/>
          <p:cNvSpPr txBox="1"/>
          <p:nvPr/>
        </p:nvSpPr>
        <p:spPr>
          <a:xfrm>
            <a:off x="1119554" y="44225"/>
            <a:ext cx="9324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800">
            <a:no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HOME</a:t>
            </a:r>
            <a:endParaRPr b="0" i="0" sz="9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38" name="Google Shape;738;p80"/>
          <p:cNvGrpSpPr/>
          <p:nvPr/>
        </p:nvGrpSpPr>
        <p:grpSpPr>
          <a:xfrm>
            <a:off x="875759" y="78041"/>
            <a:ext cx="194959" cy="225752"/>
            <a:chOff x="2042250" y="818150"/>
            <a:chExt cx="3544700" cy="4097125"/>
          </a:xfrm>
        </p:grpSpPr>
        <p:sp>
          <p:nvSpPr>
            <p:cNvPr id="739" name="Google Shape;739;p80"/>
            <p:cNvSpPr/>
            <p:nvPr/>
          </p:nvSpPr>
          <p:spPr>
            <a:xfrm>
              <a:off x="2042250" y="1794075"/>
              <a:ext cx="3544700" cy="3121200"/>
            </a:xfrm>
            <a:custGeom>
              <a:rect b="b" l="l" r="r" t="t"/>
              <a:pathLst>
                <a:path extrusionOk="0" h="124848" w="141788">
                  <a:moveTo>
                    <a:pt x="134790" y="6998"/>
                  </a:moveTo>
                  <a:lnTo>
                    <a:pt x="134790" y="117850"/>
                  </a:lnTo>
                  <a:lnTo>
                    <a:pt x="6998" y="117850"/>
                  </a:lnTo>
                  <a:lnTo>
                    <a:pt x="6998" y="6998"/>
                  </a:lnTo>
                  <a:close/>
                  <a:moveTo>
                    <a:pt x="1" y="1"/>
                  </a:moveTo>
                  <a:lnTo>
                    <a:pt x="1" y="124847"/>
                  </a:lnTo>
                  <a:lnTo>
                    <a:pt x="141787" y="124847"/>
                  </a:lnTo>
                  <a:lnTo>
                    <a:pt x="141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80"/>
            <p:cNvSpPr/>
            <p:nvPr/>
          </p:nvSpPr>
          <p:spPr>
            <a:xfrm>
              <a:off x="3220750" y="3331650"/>
              <a:ext cx="1187700" cy="1583625"/>
            </a:xfrm>
            <a:custGeom>
              <a:rect b="b" l="l" r="r" t="t"/>
              <a:pathLst>
                <a:path extrusionOk="0" h="63345" w="47508">
                  <a:moveTo>
                    <a:pt x="29094" y="6998"/>
                  </a:moveTo>
                  <a:lnTo>
                    <a:pt x="34250" y="9207"/>
                  </a:lnTo>
                  <a:lnTo>
                    <a:pt x="37933" y="13258"/>
                  </a:lnTo>
                  <a:lnTo>
                    <a:pt x="40142" y="18414"/>
                  </a:lnTo>
                  <a:lnTo>
                    <a:pt x="40511" y="21360"/>
                  </a:lnTo>
                  <a:lnTo>
                    <a:pt x="40511" y="56347"/>
                  </a:lnTo>
                  <a:lnTo>
                    <a:pt x="6998" y="56347"/>
                  </a:lnTo>
                  <a:lnTo>
                    <a:pt x="6998" y="21360"/>
                  </a:lnTo>
                  <a:lnTo>
                    <a:pt x="6998" y="18414"/>
                  </a:lnTo>
                  <a:lnTo>
                    <a:pt x="9207" y="13258"/>
                  </a:lnTo>
                  <a:lnTo>
                    <a:pt x="13258" y="9207"/>
                  </a:lnTo>
                  <a:lnTo>
                    <a:pt x="18046" y="6998"/>
                  </a:lnTo>
                  <a:close/>
                  <a:moveTo>
                    <a:pt x="20992" y="0"/>
                  </a:moveTo>
                  <a:lnTo>
                    <a:pt x="16941" y="369"/>
                  </a:lnTo>
                  <a:lnTo>
                    <a:pt x="9207" y="3683"/>
                  </a:lnTo>
                  <a:lnTo>
                    <a:pt x="3315" y="9207"/>
                  </a:lnTo>
                  <a:lnTo>
                    <a:pt x="369" y="16941"/>
                  </a:lnTo>
                  <a:lnTo>
                    <a:pt x="0" y="21360"/>
                  </a:lnTo>
                  <a:lnTo>
                    <a:pt x="0" y="63344"/>
                  </a:lnTo>
                  <a:lnTo>
                    <a:pt x="47508" y="63344"/>
                  </a:lnTo>
                  <a:lnTo>
                    <a:pt x="47508" y="21360"/>
                  </a:lnTo>
                  <a:lnTo>
                    <a:pt x="47140" y="16941"/>
                  </a:lnTo>
                  <a:lnTo>
                    <a:pt x="43825" y="9207"/>
                  </a:lnTo>
                  <a:lnTo>
                    <a:pt x="37933" y="3683"/>
                  </a:lnTo>
                  <a:lnTo>
                    <a:pt x="30567" y="369"/>
                  </a:lnTo>
                  <a:lnTo>
                    <a:pt x="26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80"/>
            <p:cNvSpPr/>
            <p:nvPr/>
          </p:nvSpPr>
          <p:spPr>
            <a:xfrm>
              <a:off x="2042250" y="818150"/>
              <a:ext cx="3544700" cy="1150900"/>
            </a:xfrm>
            <a:custGeom>
              <a:rect b="b" l="l" r="r" t="t"/>
              <a:pathLst>
                <a:path extrusionOk="0" h="46036" w="141788">
                  <a:moveTo>
                    <a:pt x="124847" y="6629"/>
                  </a:moveTo>
                  <a:lnTo>
                    <a:pt x="129266" y="8839"/>
                  </a:lnTo>
                  <a:lnTo>
                    <a:pt x="132580" y="12154"/>
                  </a:lnTo>
                  <a:lnTo>
                    <a:pt x="134790" y="16573"/>
                  </a:lnTo>
                  <a:lnTo>
                    <a:pt x="134790" y="19151"/>
                  </a:lnTo>
                  <a:lnTo>
                    <a:pt x="134790" y="39038"/>
                  </a:lnTo>
                  <a:lnTo>
                    <a:pt x="6998" y="39038"/>
                  </a:lnTo>
                  <a:lnTo>
                    <a:pt x="6998" y="19151"/>
                  </a:lnTo>
                  <a:lnTo>
                    <a:pt x="6998" y="16573"/>
                  </a:lnTo>
                  <a:lnTo>
                    <a:pt x="8840" y="12154"/>
                  </a:lnTo>
                  <a:lnTo>
                    <a:pt x="12154" y="8839"/>
                  </a:lnTo>
                  <a:lnTo>
                    <a:pt x="16573" y="6629"/>
                  </a:lnTo>
                  <a:close/>
                  <a:moveTo>
                    <a:pt x="15469" y="0"/>
                  </a:moveTo>
                  <a:lnTo>
                    <a:pt x="8471" y="2947"/>
                  </a:lnTo>
                  <a:lnTo>
                    <a:pt x="3315" y="8103"/>
                  </a:lnTo>
                  <a:lnTo>
                    <a:pt x="369" y="15100"/>
                  </a:lnTo>
                  <a:lnTo>
                    <a:pt x="1" y="19151"/>
                  </a:lnTo>
                  <a:lnTo>
                    <a:pt x="1" y="46035"/>
                  </a:lnTo>
                  <a:lnTo>
                    <a:pt x="141787" y="46035"/>
                  </a:lnTo>
                  <a:lnTo>
                    <a:pt x="141787" y="19151"/>
                  </a:lnTo>
                  <a:lnTo>
                    <a:pt x="141419" y="15100"/>
                  </a:lnTo>
                  <a:lnTo>
                    <a:pt x="138473" y="8103"/>
                  </a:lnTo>
                  <a:lnTo>
                    <a:pt x="133317" y="2947"/>
                  </a:lnTo>
                  <a:lnTo>
                    <a:pt x="1263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2" name="Google Shape;742;p80"/>
          <p:cNvSpPr/>
          <p:nvPr/>
        </p:nvSpPr>
        <p:spPr>
          <a:xfrm>
            <a:off x="5588997" y="201623"/>
            <a:ext cx="227015" cy="90322"/>
          </a:xfrm>
          <a:custGeom>
            <a:rect b="b" l="l" r="r" t="t"/>
            <a:pathLst>
              <a:path extrusionOk="0" h="284479" w="715009">
                <a:moveTo>
                  <a:pt x="626054" y="0"/>
                </a:moveTo>
                <a:lnTo>
                  <a:pt x="88761" y="0"/>
                </a:lnTo>
                <a:lnTo>
                  <a:pt x="54210" y="6974"/>
                </a:lnTo>
                <a:lnTo>
                  <a:pt x="25996" y="25996"/>
                </a:lnTo>
                <a:lnTo>
                  <a:pt x="6974" y="54210"/>
                </a:lnTo>
                <a:lnTo>
                  <a:pt x="0" y="88761"/>
                </a:lnTo>
                <a:lnTo>
                  <a:pt x="0" y="284441"/>
                </a:lnTo>
                <a:lnTo>
                  <a:pt x="714815" y="284441"/>
                </a:lnTo>
                <a:lnTo>
                  <a:pt x="714815" y="88761"/>
                </a:lnTo>
                <a:lnTo>
                  <a:pt x="707841" y="54210"/>
                </a:lnTo>
                <a:lnTo>
                  <a:pt x="688819" y="25996"/>
                </a:lnTo>
                <a:lnTo>
                  <a:pt x="660605" y="6974"/>
                </a:lnTo>
                <a:lnTo>
                  <a:pt x="62605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80"/>
          <p:cNvSpPr/>
          <p:nvPr/>
        </p:nvSpPr>
        <p:spPr>
          <a:xfrm>
            <a:off x="5669200" y="115619"/>
            <a:ext cx="65927" cy="123588"/>
          </a:xfrm>
          <a:custGeom>
            <a:rect b="b" l="l" r="r" t="t"/>
            <a:pathLst>
              <a:path extrusionOk="0" h="389254" w="207645">
                <a:moveTo>
                  <a:pt x="207019" y="0"/>
                </a:moveTo>
                <a:lnTo>
                  <a:pt x="0" y="0"/>
                </a:lnTo>
                <a:lnTo>
                  <a:pt x="0" y="338230"/>
                </a:lnTo>
                <a:lnTo>
                  <a:pt x="3986" y="357978"/>
                </a:lnTo>
                <a:lnTo>
                  <a:pt x="14858" y="374103"/>
                </a:lnTo>
                <a:lnTo>
                  <a:pt x="30983" y="384975"/>
                </a:lnTo>
                <a:lnTo>
                  <a:pt x="50731" y="388961"/>
                </a:lnTo>
                <a:lnTo>
                  <a:pt x="156288" y="388961"/>
                </a:lnTo>
                <a:lnTo>
                  <a:pt x="176036" y="384975"/>
                </a:lnTo>
                <a:lnTo>
                  <a:pt x="192161" y="374103"/>
                </a:lnTo>
                <a:lnTo>
                  <a:pt x="203033" y="357978"/>
                </a:lnTo>
                <a:lnTo>
                  <a:pt x="207019" y="338230"/>
                </a:lnTo>
                <a:lnTo>
                  <a:pt x="20701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80"/>
          <p:cNvSpPr/>
          <p:nvPr/>
        </p:nvSpPr>
        <p:spPr>
          <a:xfrm>
            <a:off x="5640465" y="64871"/>
            <a:ext cx="123588" cy="123588"/>
          </a:xfrm>
          <a:custGeom>
            <a:rect b="b" l="l" r="r" t="t"/>
            <a:pathLst>
              <a:path extrusionOk="0" h="389254" w="389254">
                <a:moveTo>
                  <a:pt x="339612" y="0"/>
                </a:moveTo>
                <a:lnTo>
                  <a:pt x="49338" y="0"/>
                </a:lnTo>
                <a:lnTo>
                  <a:pt x="30135" y="3877"/>
                </a:lnTo>
                <a:lnTo>
                  <a:pt x="14452" y="14453"/>
                </a:lnTo>
                <a:lnTo>
                  <a:pt x="3877" y="30139"/>
                </a:lnTo>
                <a:lnTo>
                  <a:pt x="0" y="49349"/>
                </a:lnTo>
                <a:lnTo>
                  <a:pt x="0" y="339612"/>
                </a:lnTo>
                <a:lnTo>
                  <a:pt x="3877" y="358822"/>
                </a:lnTo>
                <a:lnTo>
                  <a:pt x="14452" y="374508"/>
                </a:lnTo>
                <a:lnTo>
                  <a:pt x="30135" y="385083"/>
                </a:lnTo>
                <a:lnTo>
                  <a:pt x="49338" y="388961"/>
                </a:lnTo>
                <a:lnTo>
                  <a:pt x="339612" y="388961"/>
                </a:lnTo>
                <a:lnTo>
                  <a:pt x="358822" y="385083"/>
                </a:lnTo>
                <a:lnTo>
                  <a:pt x="374508" y="374508"/>
                </a:lnTo>
                <a:lnTo>
                  <a:pt x="385083" y="358822"/>
                </a:lnTo>
                <a:lnTo>
                  <a:pt x="388961" y="339612"/>
                </a:lnTo>
                <a:lnTo>
                  <a:pt x="388961" y="49349"/>
                </a:lnTo>
                <a:lnTo>
                  <a:pt x="385083" y="30139"/>
                </a:lnTo>
                <a:lnTo>
                  <a:pt x="374508" y="14453"/>
                </a:lnTo>
                <a:lnTo>
                  <a:pt x="358822" y="3877"/>
                </a:lnTo>
                <a:lnTo>
                  <a:pt x="339612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80"/>
          <p:cNvSpPr/>
          <p:nvPr/>
        </p:nvSpPr>
        <p:spPr>
          <a:xfrm>
            <a:off x="5639301" y="54075"/>
            <a:ext cx="135080" cy="48185"/>
          </a:xfrm>
          <a:custGeom>
            <a:rect b="b" l="l" r="r" t="t"/>
            <a:pathLst>
              <a:path extrusionOk="0" h="151764" w="425450">
                <a:moveTo>
                  <a:pt x="425170" y="0"/>
                </a:moveTo>
                <a:lnTo>
                  <a:pt x="37035" y="0"/>
                </a:lnTo>
                <a:lnTo>
                  <a:pt x="22621" y="2911"/>
                </a:lnTo>
                <a:lnTo>
                  <a:pt x="10849" y="10850"/>
                </a:lnTo>
                <a:lnTo>
                  <a:pt x="2911" y="22625"/>
                </a:lnTo>
                <a:lnTo>
                  <a:pt x="0" y="37045"/>
                </a:lnTo>
                <a:lnTo>
                  <a:pt x="0" y="114111"/>
                </a:lnTo>
                <a:lnTo>
                  <a:pt x="2911" y="128525"/>
                </a:lnTo>
                <a:lnTo>
                  <a:pt x="10849" y="140298"/>
                </a:lnTo>
                <a:lnTo>
                  <a:pt x="22621" y="148236"/>
                </a:lnTo>
                <a:lnTo>
                  <a:pt x="37035" y="151147"/>
                </a:lnTo>
                <a:lnTo>
                  <a:pt x="351099" y="151147"/>
                </a:lnTo>
                <a:lnTo>
                  <a:pt x="379931" y="145326"/>
                </a:lnTo>
                <a:lnTo>
                  <a:pt x="403475" y="129452"/>
                </a:lnTo>
                <a:lnTo>
                  <a:pt x="419349" y="105908"/>
                </a:lnTo>
                <a:lnTo>
                  <a:pt x="425170" y="77076"/>
                </a:lnTo>
                <a:lnTo>
                  <a:pt x="425170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80"/>
          <p:cNvSpPr/>
          <p:nvPr/>
        </p:nvSpPr>
        <p:spPr>
          <a:xfrm rot="8532856">
            <a:off x="5687752" y="129611"/>
            <a:ext cx="33784" cy="2928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80"/>
          <p:cNvSpPr/>
          <p:nvPr/>
        </p:nvSpPr>
        <p:spPr>
          <a:xfrm>
            <a:off x="711625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80"/>
          <p:cNvSpPr/>
          <p:nvPr/>
        </p:nvSpPr>
        <p:spPr>
          <a:xfrm>
            <a:off x="3875887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80"/>
          <p:cNvSpPr/>
          <p:nvPr/>
        </p:nvSpPr>
        <p:spPr>
          <a:xfrm>
            <a:off x="5454000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80"/>
          <p:cNvSpPr/>
          <p:nvPr/>
        </p:nvSpPr>
        <p:spPr>
          <a:xfrm>
            <a:off x="7035525" y="24124"/>
            <a:ext cx="14046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80"/>
          <p:cNvSpPr/>
          <p:nvPr/>
        </p:nvSpPr>
        <p:spPr>
          <a:xfrm>
            <a:off x="2294438" y="24124"/>
            <a:ext cx="140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8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3" name="Google Shape;753;p81"/>
          <p:cNvGrpSpPr/>
          <p:nvPr/>
        </p:nvGrpSpPr>
        <p:grpSpPr>
          <a:xfrm>
            <a:off x="0" y="5855"/>
            <a:ext cx="1655825" cy="1675936"/>
            <a:chOff x="0" y="11709"/>
            <a:chExt cx="3311650" cy="3351871"/>
          </a:xfrm>
        </p:grpSpPr>
        <p:sp>
          <p:nvSpPr>
            <p:cNvPr id="754" name="Google Shape;754;p81"/>
            <p:cNvSpPr/>
            <p:nvPr/>
          </p:nvSpPr>
          <p:spPr>
            <a:xfrm>
              <a:off x="0" y="11709"/>
              <a:ext cx="2597436" cy="2560453"/>
            </a:xfrm>
            <a:custGeom>
              <a:rect b="b" l="l" r="r" t="t"/>
              <a:pathLst>
                <a:path extrusionOk="0" h="2813685" w="2854325">
                  <a:moveTo>
                    <a:pt x="2853951" y="2813673"/>
                  </a:moveTo>
                  <a:lnTo>
                    <a:pt x="2832374" y="2767155"/>
                  </a:lnTo>
                  <a:lnTo>
                    <a:pt x="2810429" y="2720925"/>
                  </a:lnTo>
                  <a:lnTo>
                    <a:pt x="2788118" y="2674984"/>
                  </a:lnTo>
                  <a:lnTo>
                    <a:pt x="2765445" y="2629332"/>
                  </a:lnTo>
                  <a:lnTo>
                    <a:pt x="2742410" y="2583971"/>
                  </a:lnTo>
                  <a:lnTo>
                    <a:pt x="2719018" y="2538902"/>
                  </a:lnTo>
                  <a:lnTo>
                    <a:pt x="2695271" y="2494126"/>
                  </a:lnTo>
                  <a:lnTo>
                    <a:pt x="2671170" y="2449643"/>
                  </a:lnTo>
                  <a:lnTo>
                    <a:pt x="2646719" y="2405455"/>
                  </a:lnTo>
                  <a:lnTo>
                    <a:pt x="2621921" y="2361563"/>
                  </a:lnTo>
                  <a:lnTo>
                    <a:pt x="2596778" y="2317967"/>
                  </a:lnTo>
                  <a:lnTo>
                    <a:pt x="2571292" y="2274668"/>
                  </a:lnTo>
                  <a:lnTo>
                    <a:pt x="2545466" y="2231667"/>
                  </a:lnTo>
                  <a:lnTo>
                    <a:pt x="2519302" y="2188966"/>
                  </a:lnTo>
                  <a:lnTo>
                    <a:pt x="2492804" y="2146565"/>
                  </a:lnTo>
                  <a:lnTo>
                    <a:pt x="2465974" y="2104466"/>
                  </a:lnTo>
                  <a:lnTo>
                    <a:pt x="2438813" y="2062668"/>
                  </a:lnTo>
                  <a:lnTo>
                    <a:pt x="2411326" y="2021174"/>
                  </a:lnTo>
                  <a:lnTo>
                    <a:pt x="2384449" y="1981357"/>
                  </a:lnTo>
                  <a:lnTo>
                    <a:pt x="2357271" y="1941825"/>
                  </a:lnTo>
                  <a:lnTo>
                    <a:pt x="2329794" y="1902580"/>
                  </a:lnTo>
                  <a:lnTo>
                    <a:pt x="2302020" y="1863621"/>
                  </a:lnTo>
                  <a:lnTo>
                    <a:pt x="2273952" y="1824949"/>
                  </a:lnTo>
                  <a:lnTo>
                    <a:pt x="2245592" y="1786566"/>
                  </a:lnTo>
                  <a:lnTo>
                    <a:pt x="2216943" y="1748472"/>
                  </a:lnTo>
                  <a:lnTo>
                    <a:pt x="2188007" y="1710669"/>
                  </a:lnTo>
                  <a:lnTo>
                    <a:pt x="2158785" y="1673156"/>
                  </a:lnTo>
                  <a:lnTo>
                    <a:pt x="2129281" y="1635935"/>
                  </a:lnTo>
                  <a:lnTo>
                    <a:pt x="2099496" y="1599007"/>
                  </a:lnTo>
                  <a:lnTo>
                    <a:pt x="2069433" y="1562373"/>
                  </a:lnTo>
                  <a:lnTo>
                    <a:pt x="2039094" y="1526032"/>
                  </a:lnTo>
                  <a:lnTo>
                    <a:pt x="2008482" y="1489988"/>
                  </a:lnTo>
                  <a:lnTo>
                    <a:pt x="1977599" y="1454239"/>
                  </a:lnTo>
                  <a:lnTo>
                    <a:pt x="1946446" y="1418787"/>
                  </a:lnTo>
                  <a:lnTo>
                    <a:pt x="1915027" y="1383633"/>
                  </a:lnTo>
                  <a:lnTo>
                    <a:pt x="1883344" y="1348778"/>
                  </a:lnTo>
                  <a:lnTo>
                    <a:pt x="1851399" y="1314222"/>
                  </a:lnTo>
                  <a:lnTo>
                    <a:pt x="1819194" y="1279967"/>
                  </a:lnTo>
                  <a:lnTo>
                    <a:pt x="1786731" y="1246013"/>
                  </a:lnTo>
                  <a:lnTo>
                    <a:pt x="1754014" y="1212361"/>
                  </a:lnTo>
                  <a:lnTo>
                    <a:pt x="1721043" y="1179011"/>
                  </a:lnTo>
                  <a:lnTo>
                    <a:pt x="1687822" y="1145966"/>
                  </a:lnTo>
                  <a:lnTo>
                    <a:pt x="1654353" y="1113225"/>
                  </a:lnTo>
                  <a:lnTo>
                    <a:pt x="1620637" y="1080790"/>
                  </a:lnTo>
                  <a:lnTo>
                    <a:pt x="1586679" y="1048661"/>
                  </a:lnTo>
                  <a:lnTo>
                    <a:pt x="1552478" y="1016840"/>
                  </a:lnTo>
                  <a:lnTo>
                    <a:pt x="1518039" y="985326"/>
                  </a:lnTo>
                  <a:lnTo>
                    <a:pt x="1483363" y="954122"/>
                  </a:lnTo>
                  <a:lnTo>
                    <a:pt x="1448452" y="923227"/>
                  </a:lnTo>
                  <a:lnTo>
                    <a:pt x="1413310" y="892642"/>
                  </a:lnTo>
                  <a:lnTo>
                    <a:pt x="1377937" y="862370"/>
                  </a:lnTo>
                  <a:lnTo>
                    <a:pt x="1342337" y="832409"/>
                  </a:lnTo>
                  <a:lnTo>
                    <a:pt x="1306511" y="802762"/>
                  </a:lnTo>
                  <a:lnTo>
                    <a:pt x="1270463" y="773429"/>
                  </a:lnTo>
                  <a:lnTo>
                    <a:pt x="1234194" y="744410"/>
                  </a:lnTo>
                  <a:lnTo>
                    <a:pt x="1197706" y="715708"/>
                  </a:lnTo>
                  <a:lnTo>
                    <a:pt x="1161003" y="687321"/>
                  </a:lnTo>
                  <a:lnTo>
                    <a:pt x="1124086" y="659253"/>
                  </a:lnTo>
                  <a:lnTo>
                    <a:pt x="1086957" y="631503"/>
                  </a:lnTo>
                  <a:lnTo>
                    <a:pt x="1049619" y="604071"/>
                  </a:lnTo>
                  <a:lnTo>
                    <a:pt x="1012074" y="576960"/>
                  </a:lnTo>
                  <a:lnTo>
                    <a:pt x="974324" y="550170"/>
                  </a:lnTo>
                  <a:lnTo>
                    <a:pt x="936372" y="523701"/>
                  </a:lnTo>
                  <a:lnTo>
                    <a:pt x="898221" y="497555"/>
                  </a:lnTo>
                  <a:lnTo>
                    <a:pt x="859871" y="471733"/>
                  </a:lnTo>
                  <a:lnTo>
                    <a:pt x="821326" y="446234"/>
                  </a:lnTo>
                  <a:lnTo>
                    <a:pt x="782588" y="421061"/>
                  </a:lnTo>
                  <a:lnTo>
                    <a:pt x="743659" y="396214"/>
                  </a:lnTo>
                  <a:lnTo>
                    <a:pt x="704542" y="371693"/>
                  </a:lnTo>
                  <a:lnTo>
                    <a:pt x="665238" y="347500"/>
                  </a:lnTo>
                  <a:lnTo>
                    <a:pt x="625751" y="323636"/>
                  </a:lnTo>
                  <a:lnTo>
                    <a:pt x="586082" y="300101"/>
                  </a:lnTo>
                  <a:lnTo>
                    <a:pt x="546233" y="276897"/>
                  </a:lnTo>
                  <a:lnTo>
                    <a:pt x="506208" y="254023"/>
                  </a:lnTo>
                  <a:lnTo>
                    <a:pt x="466007" y="231482"/>
                  </a:lnTo>
                  <a:lnTo>
                    <a:pt x="425635" y="209273"/>
                  </a:lnTo>
                  <a:lnTo>
                    <a:pt x="385092" y="187398"/>
                  </a:lnTo>
                  <a:lnTo>
                    <a:pt x="344381" y="165857"/>
                  </a:lnTo>
                  <a:lnTo>
                    <a:pt x="303505" y="144652"/>
                  </a:lnTo>
                  <a:lnTo>
                    <a:pt x="262466" y="123783"/>
                  </a:lnTo>
                  <a:lnTo>
                    <a:pt x="221266" y="103251"/>
                  </a:lnTo>
                  <a:lnTo>
                    <a:pt x="179907" y="83057"/>
                  </a:lnTo>
                  <a:lnTo>
                    <a:pt x="138391" y="63201"/>
                  </a:lnTo>
                  <a:lnTo>
                    <a:pt x="96722" y="43686"/>
                  </a:lnTo>
                  <a:lnTo>
                    <a:pt x="54901" y="24511"/>
                  </a:lnTo>
                  <a:lnTo>
                    <a:pt x="12930" y="56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146B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81"/>
            <p:cNvSpPr/>
            <p:nvPr/>
          </p:nvSpPr>
          <p:spPr>
            <a:xfrm>
              <a:off x="1478896" y="233690"/>
              <a:ext cx="1635893" cy="713067"/>
            </a:xfrm>
            <a:custGeom>
              <a:rect b="b" l="l" r="r" t="t"/>
              <a:pathLst>
                <a:path extrusionOk="0" h="783590" w="1797685">
                  <a:moveTo>
                    <a:pt x="1100175" y="0"/>
                  </a:moveTo>
                  <a:lnTo>
                    <a:pt x="1054188" y="1552"/>
                  </a:lnTo>
                  <a:lnTo>
                    <a:pt x="1008339" y="4667"/>
                  </a:lnTo>
                  <a:lnTo>
                    <a:pt x="962670" y="9337"/>
                  </a:lnTo>
                  <a:lnTo>
                    <a:pt x="917222" y="15549"/>
                  </a:lnTo>
                  <a:lnTo>
                    <a:pt x="872035" y="23296"/>
                  </a:lnTo>
                  <a:lnTo>
                    <a:pt x="827152" y="32565"/>
                  </a:lnTo>
                  <a:lnTo>
                    <a:pt x="782614" y="43349"/>
                  </a:lnTo>
                  <a:lnTo>
                    <a:pt x="738462" y="55636"/>
                  </a:lnTo>
                  <a:lnTo>
                    <a:pt x="694736" y="69417"/>
                  </a:lnTo>
                  <a:lnTo>
                    <a:pt x="651479" y="84681"/>
                  </a:lnTo>
                  <a:lnTo>
                    <a:pt x="608732" y="101419"/>
                  </a:lnTo>
                  <a:lnTo>
                    <a:pt x="566536" y="119620"/>
                  </a:lnTo>
                  <a:lnTo>
                    <a:pt x="524932" y="139275"/>
                  </a:lnTo>
                  <a:lnTo>
                    <a:pt x="483961" y="160374"/>
                  </a:lnTo>
                  <a:lnTo>
                    <a:pt x="443666" y="182906"/>
                  </a:lnTo>
                  <a:lnTo>
                    <a:pt x="404086" y="206862"/>
                  </a:lnTo>
                  <a:lnTo>
                    <a:pt x="365263" y="232231"/>
                  </a:lnTo>
                  <a:lnTo>
                    <a:pt x="327239" y="259005"/>
                  </a:lnTo>
                  <a:lnTo>
                    <a:pt x="290055" y="287171"/>
                  </a:lnTo>
                  <a:lnTo>
                    <a:pt x="253752" y="316722"/>
                  </a:lnTo>
                  <a:lnTo>
                    <a:pt x="218372" y="347646"/>
                  </a:lnTo>
                  <a:lnTo>
                    <a:pt x="183955" y="379934"/>
                  </a:lnTo>
                  <a:lnTo>
                    <a:pt x="150542" y="413576"/>
                  </a:lnTo>
                  <a:lnTo>
                    <a:pt x="118176" y="448561"/>
                  </a:lnTo>
                  <a:lnTo>
                    <a:pt x="86898" y="484880"/>
                  </a:lnTo>
                  <a:lnTo>
                    <a:pt x="56748" y="522523"/>
                  </a:lnTo>
                  <a:lnTo>
                    <a:pt x="27768" y="561479"/>
                  </a:lnTo>
                  <a:lnTo>
                    <a:pt x="0" y="601740"/>
                  </a:lnTo>
                  <a:lnTo>
                    <a:pt x="41359" y="623854"/>
                  </a:lnTo>
                  <a:lnTo>
                    <a:pt x="84689" y="646040"/>
                  </a:lnTo>
                  <a:lnTo>
                    <a:pt x="128475" y="666522"/>
                  </a:lnTo>
                  <a:lnTo>
                    <a:pt x="172675" y="685310"/>
                  </a:lnTo>
                  <a:lnTo>
                    <a:pt x="217249" y="702415"/>
                  </a:lnTo>
                  <a:lnTo>
                    <a:pt x="262155" y="717847"/>
                  </a:lnTo>
                  <a:lnTo>
                    <a:pt x="307353" y="731615"/>
                  </a:lnTo>
                  <a:lnTo>
                    <a:pt x="352802" y="743728"/>
                  </a:lnTo>
                  <a:lnTo>
                    <a:pt x="398461" y="754198"/>
                  </a:lnTo>
                  <a:lnTo>
                    <a:pt x="444288" y="763034"/>
                  </a:lnTo>
                  <a:lnTo>
                    <a:pt x="490244" y="770246"/>
                  </a:lnTo>
                  <a:lnTo>
                    <a:pt x="536286" y="775844"/>
                  </a:lnTo>
                  <a:lnTo>
                    <a:pt x="582373" y="779837"/>
                  </a:lnTo>
                  <a:lnTo>
                    <a:pt x="628466" y="782236"/>
                  </a:lnTo>
                  <a:lnTo>
                    <a:pt x="674523" y="783050"/>
                  </a:lnTo>
                  <a:lnTo>
                    <a:pt x="720502" y="782290"/>
                  </a:lnTo>
                  <a:lnTo>
                    <a:pt x="766364" y="779966"/>
                  </a:lnTo>
                  <a:lnTo>
                    <a:pt x="812066" y="776086"/>
                  </a:lnTo>
                  <a:lnTo>
                    <a:pt x="857568" y="770662"/>
                  </a:lnTo>
                  <a:lnTo>
                    <a:pt x="902830" y="763702"/>
                  </a:lnTo>
                  <a:lnTo>
                    <a:pt x="947809" y="755218"/>
                  </a:lnTo>
                  <a:lnTo>
                    <a:pt x="992465" y="745218"/>
                  </a:lnTo>
                  <a:lnTo>
                    <a:pt x="1036758" y="733714"/>
                  </a:lnTo>
                  <a:lnTo>
                    <a:pt x="1080645" y="720713"/>
                  </a:lnTo>
                  <a:lnTo>
                    <a:pt x="1124087" y="706228"/>
                  </a:lnTo>
                  <a:lnTo>
                    <a:pt x="1167042" y="690267"/>
                  </a:lnTo>
                  <a:lnTo>
                    <a:pt x="1209469" y="672840"/>
                  </a:lnTo>
                  <a:lnTo>
                    <a:pt x="1251327" y="653958"/>
                  </a:lnTo>
                  <a:lnTo>
                    <a:pt x="1292575" y="633630"/>
                  </a:lnTo>
                  <a:lnTo>
                    <a:pt x="1333173" y="611866"/>
                  </a:lnTo>
                  <a:lnTo>
                    <a:pt x="1373079" y="588676"/>
                  </a:lnTo>
                  <a:lnTo>
                    <a:pt x="1412252" y="564070"/>
                  </a:lnTo>
                  <a:lnTo>
                    <a:pt x="1450651" y="538058"/>
                  </a:lnTo>
                  <a:lnTo>
                    <a:pt x="1488236" y="510650"/>
                  </a:lnTo>
                  <a:lnTo>
                    <a:pt x="1524965" y="481855"/>
                  </a:lnTo>
                  <a:lnTo>
                    <a:pt x="1560797" y="451684"/>
                  </a:lnTo>
                  <a:lnTo>
                    <a:pt x="1595692" y="420146"/>
                  </a:lnTo>
                  <a:lnTo>
                    <a:pt x="1629608" y="387252"/>
                  </a:lnTo>
                  <a:lnTo>
                    <a:pt x="1662505" y="353011"/>
                  </a:lnTo>
                  <a:lnTo>
                    <a:pt x="1694341" y="317433"/>
                  </a:lnTo>
                  <a:lnTo>
                    <a:pt x="1725075" y="280529"/>
                  </a:lnTo>
                  <a:lnTo>
                    <a:pt x="1754668" y="242307"/>
                  </a:lnTo>
                  <a:lnTo>
                    <a:pt x="1783076" y="202778"/>
                  </a:lnTo>
                  <a:lnTo>
                    <a:pt x="1797589" y="181805"/>
                  </a:lnTo>
                  <a:lnTo>
                    <a:pt x="1778511" y="171135"/>
                  </a:lnTo>
                  <a:lnTo>
                    <a:pt x="1735402" y="148035"/>
                  </a:lnTo>
                  <a:lnTo>
                    <a:pt x="1691812" y="126649"/>
                  </a:lnTo>
                  <a:lnTo>
                    <a:pt x="1647783" y="106966"/>
                  </a:lnTo>
                  <a:lnTo>
                    <a:pt x="1603355" y="88976"/>
                  </a:lnTo>
                  <a:lnTo>
                    <a:pt x="1558571" y="72670"/>
                  </a:lnTo>
                  <a:lnTo>
                    <a:pt x="1513471" y="58038"/>
                  </a:lnTo>
                  <a:lnTo>
                    <a:pt x="1468097" y="45068"/>
                  </a:lnTo>
                  <a:lnTo>
                    <a:pt x="1422489" y="33753"/>
                  </a:lnTo>
                  <a:lnTo>
                    <a:pt x="1376690" y="24080"/>
                  </a:lnTo>
                  <a:lnTo>
                    <a:pt x="1330740" y="16041"/>
                  </a:lnTo>
                  <a:lnTo>
                    <a:pt x="1284680" y="9626"/>
                  </a:lnTo>
                  <a:lnTo>
                    <a:pt x="1238553" y="4824"/>
                  </a:lnTo>
                  <a:lnTo>
                    <a:pt x="1192399" y="1626"/>
                  </a:lnTo>
                  <a:lnTo>
                    <a:pt x="1146259" y="21"/>
                  </a:lnTo>
                  <a:lnTo>
                    <a:pt x="1100175" y="0"/>
                  </a:lnTo>
                  <a:close/>
                </a:path>
              </a:pathLst>
            </a:custGeom>
            <a:solidFill>
              <a:srgbClr val="01AF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81"/>
            <p:cNvSpPr/>
            <p:nvPr/>
          </p:nvSpPr>
          <p:spPr>
            <a:xfrm>
              <a:off x="894026" y="861148"/>
              <a:ext cx="520643" cy="1278204"/>
            </a:xfrm>
            <a:custGeom>
              <a:rect b="b" l="l" r="r" t="t"/>
              <a:pathLst>
                <a:path extrusionOk="0" h="1404620" w="572135">
                  <a:moveTo>
                    <a:pt x="200461" y="0"/>
                  </a:moveTo>
                  <a:lnTo>
                    <a:pt x="163418" y="54044"/>
                  </a:lnTo>
                  <a:lnTo>
                    <a:pt x="138229" y="95291"/>
                  </a:lnTo>
                  <a:lnTo>
                    <a:pt x="115176" y="137314"/>
                  </a:lnTo>
                  <a:lnTo>
                    <a:pt x="94252" y="180039"/>
                  </a:lnTo>
                  <a:lnTo>
                    <a:pt x="75446" y="223397"/>
                  </a:lnTo>
                  <a:lnTo>
                    <a:pt x="58749" y="267316"/>
                  </a:lnTo>
                  <a:lnTo>
                    <a:pt x="44152" y="311724"/>
                  </a:lnTo>
                  <a:lnTo>
                    <a:pt x="31647" y="356550"/>
                  </a:lnTo>
                  <a:lnTo>
                    <a:pt x="21222" y="401723"/>
                  </a:lnTo>
                  <a:lnTo>
                    <a:pt x="12870" y="447170"/>
                  </a:lnTo>
                  <a:lnTo>
                    <a:pt x="6581" y="492822"/>
                  </a:lnTo>
                  <a:lnTo>
                    <a:pt x="2346" y="538606"/>
                  </a:lnTo>
                  <a:lnTo>
                    <a:pt x="155" y="584452"/>
                  </a:lnTo>
                  <a:lnTo>
                    <a:pt x="0" y="630287"/>
                  </a:lnTo>
                  <a:lnTo>
                    <a:pt x="1870" y="676040"/>
                  </a:lnTo>
                  <a:lnTo>
                    <a:pt x="5757" y="721640"/>
                  </a:lnTo>
                  <a:lnTo>
                    <a:pt x="11651" y="767016"/>
                  </a:lnTo>
                  <a:lnTo>
                    <a:pt x="19543" y="812096"/>
                  </a:lnTo>
                  <a:lnTo>
                    <a:pt x="29424" y="856808"/>
                  </a:lnTo>
                  <a:lnTo>
                    <a:pt x="41285" y="901082"/>
                  </a:lnTo>
                  <a:lnTo>
                    <a:pt x="55116" y="944846"/>
                  </a:lnTo>
                  <a:lnTo>
                    <a:pt x="70908" y="988029"/>
                  </a:lnTo>
                  <a:lnTo>
                    <a:pt x="88652" y="1030559"/>
                  </a:lnTo>
                  <a:lnTo>
                    <a:pt x="108338" y="1072364"/>
                  </a:lnTo>
                  <a:lnTo>
                    <a:pt x="129958" y="1113374"/>
                  </a:lnTo>
                  <a:lnTo>
                    <a:pt x="153501" y="1153518"/>
                  </a:lnTo>
                  <a:lnTo>
                    <a:pt x="178960" y="1192723"/>
                  </a:lnTo>
                  <a:lnTo>
                    <a:pt x="206323" y="1230918"/>
                  </a:lnTo>
                  <a:lnTo>
                    <a:pt x="235583" y="1268032"/>
                  </a:lnTo>
                  <a:lnTo>
                    <a:pt x="266729" y="1303994"/>
                  </a:lnTo>
                  <a:lnTo>
                    <a:pt x="299754" y="1338731"/>
                  </a:lnTo>
                  <a:lnTo>
                    <a:pt x="334646" y="1372174"/>
                  </a:lnTo>
                  <a:lnTo>
                    <a:pt x="371398" y="1404250"/>
                  </a:lnTo>
                  <a:lnTo>
                    <a:pt x="391680" y="1374575"/>
                  </a:lnTo>
                  <a:lnTo>
                    <a:pt x="418317" y="1333562"/>
                  </a:lnTo>
                  <a:lnTo>
                    <a:pt x="442787" y="1291725"/>
                  </a:lnTo>
                  <a:lnTo>
                    <a:pt x="465097" y="1249136"/>
                  </a:lnTo>
                  <a:lnTo>
                    <a:pt x="485258" y="1205868"/>
                  </a:lnTo>
                  <a:lnTo>
                    <a:pt x="503279" y="1161994"/>
                  </a:lnTo>
                  <a:lnTo>
                    <a:pt x="519170" y="1117585"/>
                  </a:lnTo>
                  <a:lnTo>
                    <a:pt x="532939" y="1072715"/>
                  </a:lnTo>
                  <a:lnTo>
                    <a:pt x="544597" y="1027455"/>
                  </a:lnTo>
                  <a:lnTo>
                    <a:pt x="554152" y="981878"/>
                  </a:lnTo>
                  <a:lnTo>
                    <a:pt x="561614" y="936058"/>
                  </a:lnTo>
                  <a:lnTo>
                    <a:pt x="566992" y="890065"/>
                  </a:lnTo>
                  <a:lnTo>
                    <a:pt x="570296" y="843972"/>
                  </a:lnTo>
                  <a:lnTo>
                    <a:pt x="571535" y="797853"/>
                  </a:lnTo>
                  <a:lnTo>
                    <a:pt x="570718" y="751779"/>
                  </a:lnTo>
                  <a:lnTo>
                    <a:pt x="567856" y="705823"/>
                  </a:lnTo>
                  <a:lnTo>
                    <a:pt x="562956" y="660057"/>
                  </a:lnTo>
                  <a:lnTo>
                    <a:pt x="556029" y="614553"/>
                  </a:lnTo>
                  <a:lnTo>
                    <a:pt x="547085" y="569385"/>
                  </a:lnTo>
                  <a:lnTo>
                    <a:pt x="536131" y="524624"/>
                  </a:lnTo>
                  <a:lnTo>
                    <a:pt x="523179" y="480344"/>
                  </a:lnTo>
                  <a:lnTo>
                    <a:pt x="508236" y="436616"/>
                  </a:lnTo>
                  <a:lnTo>
                    <a:pt x="491313" y="393512"/>
                  </a:lnTo>
                  <a:lnTo>
                    <a:pt x="472419" y="351106"/>
                  </a:lnTo>
                  <a:lnTo>
                    <a:pt x="451564" y="309470"/>
                  </a:lnTo>
                  <a:lnTo>
                    <a:pt x="428756" y="268676"/>
                  </a:lnTo>
                  <a:lnTo>
                    <a:pt x="404005" y="228797"/>
                  </a:lnTo>
                  <a:lnTo>
                    <a:pt x="377321" y="189904"/>
                  </a:lnTo>
                  <a:lnTo>
                    <a:pt x="348712" y="152071"/>
                  </a:lnTo>
                  <a:lnTo>
                    <a:pt x="318189" y="115371"/>
                  </a:lnTo>
                  <a:lnTo>
                    <a:pt x="285760" y="79874"/>
                  </a:lnTo>
                  <a:lnTo>
                    <a:pt x="251436" y="45655"/>
                  </a:lnTo>
                  <a:lnTo>
                    <a:pt x="215225" y="12784"/>
                  </a:lnTo>
                  <a:lnTo>
                    <a:pt x="200461" y="0"/>
                  </a:lnTo>
                  <a:close/>
                </a:path>
              </a:pathLst>
            </a:custGeom>
            <a:solidFill>
              <a:srgbClr val="01AF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81"/>
            <p:cNvSpPr/>
            <p:nvPr/>
          </p:nvSpPr>
          <p:spPr>
            <a:xfrm>
              <a:off x="1278639" y="545612"/>
              <a:ext cx="1278782" cy="273323"/>
            </a:xfrm>
            <a:custGeom>
              <a:rect b="b" l="l" r="r" t="t"/>
              <a:pathLst>
                <a:path extrusionOk="0" h="300355" w="1405255">
                  <a:moveTo>
                    <a:pt x="0" y="300284"/>
                  </a:moveTo>
                  <a:lnTo>
                    <a:pt x="1405025" y="0"/>
                  </a:lnTo>
                </a:path>
              </a:pathLst>
            </a:custGeom>
            <a:noFill/>
            <a:ln cap="flat" cmpd="sng" w="9525">
              <a:solidFill>
                <a:srgbClr val="146B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81"/>
            <p:cNvSpPr/>
            <p:nvPr/>
          </p:nvSpPr>
          <p:spPr>
            <a:xfrm>
              <a:off x="1556143" y="1608073"/>
              <a:ext cx="1755507" cy="1755507"/>
            </a:xfrm>
            <a:custGeom>
              <a:rect b="b" l="l" r="r" t="t"/>
              <a:pathLst>
                <a:path extrusionOk="0" h="1929129" w="1929129">
                  <a:moveTo>
                    <a:pt x="975272" y="0"/>
                  </a:moveTo>
                  <a:lnTo>
                    <a:pt x="929111" y="606"/>
                  </a:lnTo>
                  <a:lnTo>
                    <a:pt x="882734" y="3462"/>
                  </a:lnTo>
                  <a:lnTo>
                    <a:pt x="836211" y="8607"/>
                  </a:lnTo>
                  <a:lnTo>
                    <a:pt x="789610" y="16077"/>
                  </a:lnTo>
                  <a:lnTo>
                    <a:pt x="742999" y="25911"/>
                  </a:lnTo>
                  <a:lnTo>
                    <a:pt x="696447" y="38146"/>
                  </a:lnTo>
                  <a:lnTo>
                    <a:pt x="650551" y="52647"/>
                  </a:lnTo>
                  <a:lnTo>
                    <a:pt x="605887" y="69210"/>
                  </a:lnTo>
                  <a:lnTo>
                    <a:pt x="562493" y="87767"/>
                  </a:lnTo>
                  <a:lnTo>
                    <a:pt x="520406" y="108249"/>
                  </a:lnTo>
                  <a:lnTo>
                    <a:pt x="479664" y="130587"/>
                  </a:lnTo>
                  <a:lnTo>
                    <a:pt x="440305" y="154714"/>
                  </a:lnTo>
                  <a:lnTo>
                    <a:pt x="402367" y="180560"/>
                  </a:lnTo>
                  <a:lnTo>
                    <a:pt x="365887" y="208058"/>
                  </a:lnTo>
                  <a:lnTo>
                    <a:pt x="330903" y="237139"/>
                  </a:lnTo>
                  <a:lnTo>
                    <a:pt x="297453" y="267734"/>
                  </a:lnTo>
                  <a:lnTo>
                    <a:pt x="265574" y="299776"/>
                  </a:lnTo>
                  <a:lnTo>
                    <a:pt x="235304" y="333195"/>
                  </a:lnTo>
                  <a:lnTo>
                    <a:pt x="206681" y="367924"/>
                  </a:lnTo>
                  <a:lnTo>
                    <a:pt x="179743" y="403894"/>
                  </a:lnTo>
                  <a:lnTo>
                    <a:pt x="154527" y="441037"/>
                  </a:lnTo>
                  <a:lnTo>
                    <a:pt x="131070" y="479284"/>
                  </a:lnTo>
                  <a:lnTo>
                    <a:pt x="109412" y="518566"/>
                  </a:lnTo>
                  <a:lnTo>
                    <a:pt x="89589" y="558816"/>
                  </a:lnTo>
                  <a:lnTo>
                    <a:pt x="71639" y="599965"/>
                  </a:lnTo>
                  <a:lnTo>
                    <a:pt x="55600" y="641944"/>
                  </a:lnTo>
                  <a:lnTo>
                    <a:pt x="41510" y="684686"/>
                  </a:lnTo>
                  <a:lnTo>
                    <a:pt x="29406" y="728121"/>
                  </a:lnTo>
                  <a:lnTo>
                    <a:pt x="19326" y="772181"/>
                  </a:lnTo>
                  <a:lnTo>
                    <a:pt x="11307" y="816799"/>
                  </a:lnTo>
                  <a:lnTo>
                    <a:pt x="5388" y="861905"/>
                  </a:lnTo>
                  <a:lnTo>
                    <a:pt x="1606" y="907431"/>
                  </a:lnTo>
                  <a:lnTo>
                    <a:pt x="0" y="953309"/>
                  </a:lnTo>
                  <a:lnTo>
                    <a:pt x="605" y="999470"/>
                  </a:lnTo>
                  <a:lnTo>
                    <a:pt x="3461" y="1045846"/>
                  </a:lnTo>
                  <a:lnTo>
                    <a:pt x="8605" y="1092368"/>
                  </a:lnTo>
                  <a:lnTo>
                    <a:pt x="16075" y="1138969"/>
                  </a:lnTo>
                  <a:lnTo>
                    <a:pt x="25908" y="1185579"/>
                  </a:lnTo>
                  <a:lnTo>
                    <a:pt x="38142" y="1232131"/>
                  </a:lnTo>
                  <a:lnTo>
                    <a:pt x="52643" y="1278027"/>
                  </a:lnTo>
                  <a:lnTo>
                    <a:pt x="69207" y="1322690"/>
                  </a:lnTo>
                  <a:lnTo>
                    <a:pt x="87763" y="1366085"/>
                  </a:lnTo>
                  <a:lnTo>
                    <a:pt x="108245" y="1408172"/>
                  </a:lnTo>
                  <a:lnTo>
                    <a:pt x="130583" y="1448913"/>
                  </a:lnTo>
                  <a:lnTo>
                    <a:pt x="154710" y="1488272"/>
                  </a:lnTo>
                  <a:lnTo>
                    <a:pt x="180556" y="1526210"/>
                  </a:lnTo>
                  <a:lnTo>
                    <a:pt x="208054" y="1562690"/>
                  </a:lnTo>
                  <a:lnTo>
                    <a:pt x="237135" y="1597674"/>
                  </a:lnTo>
                  <a:lnTo>
                    <a:pt x="267730" y="1631125"/>
                  </a:lnTo>
                  <a:lnTo>
                    <a:pt x="299772" y="1663004"/>
                  </a:lnTo>
                  <a:lnTo>
                    <a:pt x="333192" y="1693274"/>
                  </a:lnTo>
                  <a:lnTo>
                    <a:pt x="367921" y="1721896"/>
                  </a:lnTo>
                  <a:lnTo>
                    <a:pt x="403890" y="1748835"/>
                  </a:lnTo>
                  <a:lnTo>
                    <a:pt x="441033" y="1774051"/>
                  </a:lnTo>
                  <a:lnTo>
                    <a:pt x="479280" y="1797507"/>
                  </a:lnTo>
                  <a:lnTo>
                    <a:pt x="518562" y="1819166"/>
                  </a:lnTo>
                  <a:lnTo>
                    <a:pt x="558812" y="1838989"/>
                  </a:lnTo>
                  <a:lnTo>
                    <a:pt x="599961" y="1856938"/>
                  </a:lnTo>
                  <a:lnTo>
                    <a:pt x="641940" y="1872977"/>
                  </a:lnTo>
                  <a:lnTo>
                    <a:pt x="684682" y="1887068"/>
                  </a:lnTo>
                  <a:lnTo>
                    <a:pt x="728117" y="1899172"/>
                  </a:lnTo>
                  <a:lnTo>
                    <a:pt x="772178" y="1909252"/>
                  </a:lnTo>
                  <a:lnTo>
                    <a:pt x="816795" y="1917270"/>
                  </a:lnTo>
                  <a:lnTo>
                    <a:pt x="861901" y="1923189"/>
                  </a:lnTo>
                  <a:lnTo>
                    <a:pt x="907427" y="1926971"/>
                  </a:lnTo>
                  <a:lnTo>
                    <a:pt x="953305" y="1928578"/>
                  </a:lnTo>
                  <a:lnTo>
                    <a:pt x="999466" y="1927972"/>
                  </a:lnTo>
                  <a:lnTo>
                    <a:pt x="1045842" y="1925116"/>
                  </a:lnTo>
                  <a:lnTo>
                    <a:pt x="1092365" y="1919972"/>
                  </a:lnTo>
                  <a:lnTo>
                    <a:pt x="1138965" y="1912503"/>
                  </a:lnTo>
                  <a:lnTo>
                    <a:pt x="1185575" y="1902670"/>
                  </a:lnTo>
                  <a:lnTo>
                    <a:pt x="1232127" y="1890435"/>
                  </a:lnTo>
                  <a:lnTo>
                    <a:pt x="1278024" y="1875934"/>
                  </a:lnTo>
                  <a:lnTo>
                    <a:pt x="1322688" y="1859371"/>
                  </a:lnTo>
                  <a:lnTo>
                    <a:pt x="1366083" y="1840815"/>
                  </a:lnTo>
                  <a:lnTo>
                    <a:pt x="1408171" y="1820333"/>
                  </a:lnTo>
                  <a:lnTo>
                    <a:pt x="1448913" y="1797995"/>
                  </a:lnTo>
                  <a:lnTo>
                    <a:pt x="1488273" y="1773869"/>
                  </a:lnTo>
                  <a:lnTo>
                    <a:pt x="1526212" y="1748023"/>
                  </a:lnTo>
                  <a:lnTo>
                    <a:pt x="1562692" y="1720525"/>
                  </a:lnTo>
                  <a:lnTo>
                    <a:pt x="1597677" y="1691444"/>
                  </a:lnTo>
                  <a:lnTo>
                    <a:pt x="1631128" y="1660849"/>
                  </a:lnTo>
                  <a:lnTo>
                    <a:pt x="1663007" y="1628808"/>
                  </a:lnTo>
                  <a:lnTo>
                    <a:pt x="1693277" y="1595389"/>
                  </a:lnTo>
                  <a:lnTo>
                    <a:pt x="1721900" y="1560660"/>
                  </a:lnTo>
                  <a:lnTo>
                    <a:pt x="1748839" y="1524690"/>
                  </a:lnTo>
                  <a:lnTo>
                    <a:pt x="1774055" y="1487548"/>
                  </a:lnTo>
                  <a:lnTo>
                    <a:pt x="1797511" y="1449302"/>
                  </a:lnTo>
                  <a:lnTo>
                    <a:pt x="1819170" y="1410019"/>
                  </a:lnTo>
                  <a:lnTo>
                    <a:pt x="1838992" y="1369770"/>
                  </a:lnTo>
                  <a:lnTo>
                    <a:pt x="1856942" y="1328621"/>
                  </a:lnTo>
                  <a:lnTo>
                    <a:pt x="1872981" y="1286642"/>
                  </a:lnTo>
                  <a:lnTo>
                    <a:pt x="1887071" y="1243900"/>
                  </a:lnTo>
                  <a:lnTo>
                    <a:pt x="1899175" y="1200465"/>
                  </a:lnTo>
                  <a:lnTo>
                    <a:pt x="1909255" y="1156405"/>
                  </a:lnTo>
                  <a:lnTo>
                    <a:pt x="1917273" y="1111787"/>
                  </a:lnTo>
                  <a:lnTo>
                    <a:pt x="1923191" y="1066681"/>
                  </a:lnTo>
                  <a:lnTo>
                    <a:pt x="1926973" y="1021154"/>
                  </a:lnTo>
                  <a:lnTo>
                    <a:pt x="1928579" y="975276"/>
                  </a:lnTo>
                  <a:lnTo>
                    <a:pt x="1927973" y="929115"/>
                  </a:lnTo>
                  <a:lnTo>
                    <a:pt x="1925116" y="882738"/>
                  </a:lnTo>
                  <a:lnTo>
                    <a:pt x="1919971" y="836215"/>
                  </a:lnTo>
                  <a:lnTo>
                    <a:pt x="1912501" y="789614"/>
                  </a:lnTo>
                  <a:lnTo>
                    <a:pt x="1902667" y="743003"/>
                  </a:lnTo>
                  <a:lnTo>
                    <a:pt x="1890431" y="696451"/>
                  </a:lnTo>
                  <a:lnTo>
                    <a:pt x="1875930" y="650555"/>
                  </a:lnTo>
                  <a:lnTo>
                    <a:pt x="1859367" y="605891"/>
                  </a:lnTo>
                  <a:lnTo>
                    <a:pt x="1840811" y="562496"/>
                  </a:lnTo>
                  <a:lnTo>
                    <a:pt x="1820329" y="520409"/>
                  </a:lnTo>
                  <a:lnTo>
                    <a:pt x="1797991" y="479668"/>
                  </a:lnTo>
                  <a:lnTo>
                    <a:pt x="1773865" y="440308"/>
                  </a:lnTo>
                  <a:lnTo>
                    <a:pt x="1748019" y="402370"/>
                  </a:lnTo>
                  <a:lnTo>
                    <a:pt x="1720521" y="365890"/>
                  </a:lnTo>
                  <a:lnTo>
                    <a:pt x="1691441" y="330905"/>
                  </a:lnTo>
                  <a:lnTo>
                    <a:pt x="1660845" y="297455"/>
                  </a:lnTo>
                  <a:lnTo>
                    <a:pt x="1628804" y="265575"/>
                  </a:lnTo>
                  <a:lnTo>
                    <a:pt x="1595385" y="235305"/>
                  </a:lnTo>
                  <a:lnTo>
                    <a:pt x="1560656" y="206682"/>
                  </a:lnTo>
                  <a:lnTo>
                    <a:pt x="1524686" y="179743"/>
                  </a:lnTo>
                  <a:lnTo>
                    <a:pt x="1487544" y="154527"/>
                  </a:lnTo>
                  <a:lnTo>
                    <a:pt x="1449298" y="131070"/>
                  </a:lnTo>
                  <a:lnTo>
                    <a:pt x="1410016" y="109412"/>
                  </a:lnTo>
                  <a:lnTo>
                    <a:pt x="1369766" y="89589"/>
                  </a:lnTo>
                  <a:lnTo>
                    <a:pt x="1328617" y="71639"/>
                  </a:lnTo>
                  <a:lnTo>
                    <a:pt x="1286638" y="55599"/>
                  </a:lnTo>
                  <a:lnTo>
                    <a:pt x="1243897" y="41509"/>
                  </a:lnTo>
                  <a:lnTo>
                    <a:pt x="1200461" y="29405"/>
                  </a:lnTo>
                  <a:lnTo>
                    <a:pt x="1156401" y="19325"/>
                  </a:lnTo>
                  <a:lnTo>
                    <a:pt x="1111783" y="11306"/>
                  </a:lnTo>
                  <a:lnTo>
                    <a:pt x="1066677" y="5388"/>
                  </a:lnTo>
                  <a:lnTo>
                    <a:pt x="1021151" y="1606"/>
                  </a:lnTo>
                  <a:lnTo>
                    <a:pt x="975272" y="0"/>
                  </a:lnTo>
                  <a:close/>
                </a:path>
              </a:pathLst>
            </a:custGeom>
            <a:solidFill>
              <a:srgbClr val="01AF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81"/>
            <p:cNvSpPr/>
            <p:nvPr/>
          </p:nvSpPr>
          <p:spPr>
            <a:xfrm>
              <a:off x="2043468" y="2015377"/>
              <a:ext cx="737914" cy="328219"/>
            </a:xfrm>
            <a:custGeom>
              <a:rect b="b" l="l" r="r" t="t"/>
              <a:pathLst>
                <a:path extrusionOk="0" h="360680" w="810894">
                  <a:moveTo>
                    <a:pt x="304472" y="316587"/>
                  </a:moveTo>
                  <a:lnTo>
                    <a:pt x="362491" y="346879"/>
                  </a:lnTo>
                  <a:lnTo>
                    <a:pt x="369025" y="350282"/>
                  </a:lnTo>
                  <a:lnTo>
                    <a:pt x="366606" y="360156"/>
                  </a:lnTo>
                  <a:lnTo>
                    <a:pt x="359235" y="360177"/>
                  </a:lnTo>
                  <a:lnTo>
                    <a:pt x="122697" y="360680"/>
                  </a:lnTo>
                  <a:lnTo>
                    <a:pt x="3884" y="174507"/>
                  </a:lnTo>
                  <a:lnTo>
                    <a:pt x="0" y="168424"/>
                  </a:lnTo>
                  <a:lnTo>
                    <a:pt x="6690" y="161115"/>
                  </a:lnTo>
                  <a:lnTo>
                    <a:pt x="13088" y="164466"/>
                  </a:lnTo>
                  <a:lnTo>
                    <a:pt x="73023" y="195753"/>
                  </a:lnTo>
                  <a:lnTo>
                    <a:pt x="157859" y="61568"/>
                  </a:lnTo>
                  <a:lnTo>
                    <a:pt x="191717" y="26176"/>
                  </a:lnTo>
                  <a:lnTo>
                    <a:pt x="239355" y="4701"/>
                  </a:lnTo>
                  <a:lnTo>
                    <a:pt x="581615" y="0"/>
                  </a:lnTo>
                  <a:lnTo>
                    <a:pt x="615716" y="3914"/>
                  </a:lnTo>
                  <a:lnTo>
                    <a:pt x="646573" y="15106"/>
                  </a:lnTo>
                  <a:lnTo>
                    <a:pt x="673081" y="32586"/>
                  </a:lnTo>
                  <a:lnTo>
                    <a:pt x="694114" y="55338"/>
                  </a:lnTo>
                  <a:lnTo>
                    <a:pt x="694240" y="55495"/>
                  </a:lnTo>
                  <a:lnTo>
                    <a:pt x="810582" y="237877"/>
                  </a:lnTo>
                  <a:lnTo>
                    <a:pt x="579615" y="359716"/>
                  </a:lnTo>
                  <a:lnTo>
                    <a:pt x="427714" y="121713"/>
                  </a:lnTo>
                  <a:lnTo>
                    <a:pt x="304472" y="316587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81"/>
            <p:cNvSpPr/>
            <p:nvPr/>
          </p:nvSpPr>
          <p:spPr>
            <a:xfrm>
              <a:off x="1896373" y="2343771"/>
              <a:ext cx="537978" cy="614254"/>
            </a:xfrm>
            <a:custGeom>
              <a:rect b="b" l="l" r="r" t="t"/>
              <a:pathLst>
                <a:path extrusionOk="0" h="675004" w="591185">
                  <a:moveTo>
                    <a:pt x="18534" y="300043"/>
                  </a:moveTo>
                  <a:lnTo>
                    <a:pt x="18094" y="299320"/>
                  </a:lnTo>
                  <a:lnTo>
                    <a:pt x="4745" y="270480"/>
                  </a:lnTo>
                  <a:lnTo>
                    <a:pt x="0" y="240582"/>
                  </a:lnTo>
                  <a:lnTo>
                    <a:pt x="3412" y="210965"/>
                  </a:lnTo>
                  <a:lnTo>
                    <a:pt x="14576" y="183020"/>
                  </a:lnTo>
                  <a:lnTo>
                    <a:pt x="14650" y="182884"/>
                  </a:lnTo>
                  <a:lnTo>
                    <a:pt x="130280" y="0"/>
                  </a:lnTo>
                  <a:lnTo>
                    <a:pt x="361759" y="120865"/>
                  </a:lnTo>
                  <a:lnTo>
                    <a:pt x="210926" y="359538"/>
                  </a:lnTo>
                  <a:lnTo>
                    <a:pt x="458165" y="359036"/>
                  </a:lnTo>
                  <a:lnTo>
                    <a:pt x="458039" y="295938"/>
                  </a:lnTo>
                  <a:lnTo>
                    <a:pt x="458018" y="288881"/>
                  </a:lnTo>
                  <a:lnTo>
                    <a:pt x="467243" y="286179"/>
                  </a:lnTo>
                  <a:lnTo>
                    <a:pt x="471034" y="292127"/>
                  </a:lnTo>
                  <a:lnTo>
                    <a:pt x="590946" y="480111"/>
                  </a:lnTo>
                  <a:lnTo>
                    <a:pt x="471829" y="668628"/>
                  </a:lnTo>
                  <a:lnTo>
                    <a:pt x="468060" y="674597"/>
                  </a:lnTo>
                  <a:lnTo>
                    <a:pt x="458825" y="671948"/>
                  </a:lnTo>
                  <a:lnTo>
                    <a:pt x="458814" y="664880"/>
                  </a:lnTo>
                  <a:lnTo>
                    <a:pt x="458678" y="601740"/>
                  </a:lnTo>
                  <a:lnTo>
                    <a:pt x="288453" y="602107"/>
                  </a:lnTo>
                  <a:lnTo>
                    <a:pt x="271420" y="601164"/>
                  </a:lnTo>
                  <a:lnTo>
                    <a:pt x="221701" y="585992"/>
                  </a:lnTo>
                  <a:lnTo>
                    <a:pt x="182215" y="554573"/>
                  </a:lnTo>
                  <a:lnTo>
                    <a:pt x="172729" y="541679"/>
                  </a:lnTo>
                  <a:lnTo>
                    <a:pt x="18534" y="300043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81"/>
            <p:cNvSpPr/>
            <p:nvPr/>
          </p:nvSpPr>
          <p:spPr>
            <a:xfrm>
              <a:off x="2503877" y="2341773"/>
              <a:ext cx="466902" cy="549535"/>
            </a:xfrm>
            <a:custGeom>
              <a:rect b="b" l="l" r="r" t="t"/>
              <a:pathLst>
                <a:path extrusionOk="0" h="603885" w="513079">
                  <a:moveTo>
                    <a:pt x="302755" y="360125"/>
                  </a:moveTo>
                  <a:lnTo>
                    <a:pt x="178738" y="165701"/>
                  </a:lnTo>
                  <a:lnTo>
                    <a:pt x="118980" y="197229"/>
                  </a:lnTo>
                  <a:lnTo>
                    <a:pt x="112593" y="200601"/>
                  </a:lnTo>
                  <a:lnTo>
                    <a:pt x="105871" y="193323"/>
                  </a:lnTo>
                  <a:lnTo>
                    <a:pt x="109724" y="187219"/>
                  </a:lnTo>
                  <a:lnTo>
                    <a:pt x="227710" y="554"/>
                  </a:lnTo>
                  <a:lnTo>
                    <a:pt x="464216" y="20"/>
                  </a:lnTo>
                  <a:lnTo>
                    <a:pt x="471587" y="0"/>
                  </a:lnTo>
                  <a:lnTo>
                    <a:pt x="474048" y="9874"/>
                  </a:lnTo>
                  <a:lnTo>
                    <a:pt x="467525" y="13308"/>
                  </a:lnTo>
                  <a:lnTo>
                    <a:pt x="409694" y="43831"/>
                  </a:lnTo>
                  <a:lnTo>
                    <a:pt x="495105" y="177669"/>
                  </a:lnTo>
                  <a:lnTo>
                    <a:pt x="511847" y="222017"/>
                  </a:lnTo>
                  <a:lnTo>
                    <a:pt x="513083" y="238317"/>
                  </a:lnTo>
                  <a:lnTo>
                    <a:pt x="511911" y="254616"/>
                  </a:lnTo>
                  <a:lnTo>
                    <a:pt x="495356" y="299017"/>
                  </a:lnTo>
                  <a:lnTo>
                    <a:pt x="340994" y="543177"/>
                  </a:lnTo>
                  <a:lnTo>
                    <a:pt x="294521" y="586982"/>
                  </a:lnTo>
                  <a:lnTo>
                    <a:pt x="232694" y="602986"/>
                  </a:lnTo>
                  <a:lnTo>
                    <a:pt x="232380" y="602986"/>
                  </a:lnTo>
                  <a:lnTo>
                    <a:pt x="513" y="603479"/>
                  </a:lnTo>
                  <a:lnTo>
                    <a:pt x="0" y="360774"/>
                  </a:lnTo>
                  <a:lnTo>
                    <a:pt x="302755" y="360125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2" name="Google Shape;762;p81"/>
          <p:cNvGrpSpPr/>
          <p:nvPr/>
        </p:nvGrpSpPr>
        <p:grpSpPr>
          <a:xfrm>
            <a:off x="7296302" y="0"/>
            <a:ext cx="1818135" cy="1676532"/>
            <a:chOff x="14592603" y="0"/>
            <a:chExt cx="3636271" cy="3353065"/>
          </a:xfrm>
        </p:grpSpPr>
        <p:sp>
          <p:nvSpPr>
            <p:cNvPr id="763" name="Google Shape;763;p81"/>
            <p:cNvSpPr/>
            <p:nvPr/>
          </p:nvSpPr>
          <p:spPr>
            <a:xfrm>
              <a:off x="15608324" y="0"/>
              <a:ext cx="2620550" cy="2553519"/>
            </a:xfrm>
            <a:custGeom>
              <a:rect b="b" l="l" r="r" t="t"/>
              <a:pathLst>
                <a:path extrusionOk="0" h="2806065" w="2879725">
                  <a:moveTo>
                    <a:pt x="0" y="2805514"/>
                  </a:moveTo>
                  <a:lnTo>
                    <a:pt x="23467" y="2759992"/>
                  </a:lnTo>
                  <a:lnTo>
                    <a:pt x="47254" y="2714742"/>
                  </a:lnTo>
                  <a:lnTo>
                    <a:pt x="71358" y="2669766"/>
                  </a:lnTo>
                  <a:lnTo>
                    <a:pt x="95778" y="2625063"/>
                  </a:lnTo>
                  <a:lnTo>
                    <a:pt x="120512" y="2580635"/>
                  </a:lnTo>
                  <a:lnTo>
                    <a:pt x="145557" y="2536482"/>
                  </a:lnTo>
                  <a:lnTo>
                    <a:pt x="170911" y="2492606"/>
                  </a:lnTo>
                  <a:lnTo>
                    <a:pt x="196572" y="2449005"/>
                  </a:lnTo>
                  <a:lnTo>
                    <a:pt x="222538" y="2405682"/>
                  </a:lnTo>
                  <a:lnTo>
                    <a:pt x="248807" y="2362637"/>
                  </a:lnTo>
                  <a:lnTo>
                    <a:pt x="275377" y="2319871"/>
                  </a:lnTo>
                  <a:lnTo>
                    <a:pt x="302246" y="2277384"/>
                  </a:lnTo>
                  <a:lnTo>
                    <a:pt x="329412" y="2235177"/>
                  </a:lnTo>
                  <a:lnTo>
                    <a:pt x="356872" y="2193251"/>
                  </a:lnTo>
                  <a:lnTo>
                    <a:pt x="384624" y="2151606"/>
                  </a:lnTo>
                  <a:lnTo>
                    <a:pt x="412667" y="2110243"/>
                  </a:lnTo>
                  <a:lnTo>
                    <a:pt x="440998" y="2069162"/>
                  </a:lnTo>
                  <a:lnTo>
                    <a:pt x="469616" y="2028365"/>
                  </a:lnTo>
                  <a:lnTo>
                    <a:pt x="498517" y="1987852"/>
                  </a:lnTo>
                  <a:lnTo>
                    <a:pt x="527701" y="1947624"/>
                  </a:lnTo>
                  <a:lnTo>
                    <a:pt x="557269" y="1907542"/>
                  </a:lnTo>
                  <a:lnTo>
                    <a:pt x="587118" y="1867749"/>
                  </a:lnTo>
                  <a:lnTo>
                    <a:pt x="617244" y="1828244"/>
                  </a:lnTo>
                  <a:lnTo>
                    <a:pt x="647647" y="1789029"/>
                  </a:lnTo>
                  <a:lnTo>
                    <a:pt x="678322" y="1750104"/>
                  </a:lnTo>
                  <a:lnTo>
                    <a:pt x="709270" y="1711470"/>
                  </a:lnTo>
                  <a:lnTo>
                    <a:pt x="740486" y="1673128"/>
                  </a:lnTo>
                  <a:lnTo>
                    <a:pt x="771970" y="1635077"/>
                  </a:lnTo>
                  <a:lnTo>
                    <a:pt x="803719" y="1597320"/>
                  </a:lnTo>
                  <a:lnTo>
                    <a:pt x="835732" y="1559856"/>
                  </a:lnTo>
                  <a:lnTo>
                    <a:pt x="868005" y="1522686"/>
                  </a:lnTo>
                  <a:lnTo>
                    <a:pt x="900537" y="1485811"/>
                  </a:lnTo>
                  <a:lnTo>
                    <a:pt x="933326" y="1449232"/>
                  </a:lnTo>
                  <a:lnTo>
                    <a:pt x="966369" y="1412950"/>
                  </a:lnTo>
                  <a:lnTo>
                    <a:pt x="999665" y="1376964"/>
                  </a:lnTo>
                  <a:lnTo>
                    <a:pt x="1033211" y="1341276"/>
                  </a:lnTo>
                  <a:lnTo>
                    <a:pt x="1067006" y="1305886"/>
                  </a:lnTo>
                  <a:lnTo>
                    <a:pt x="1101046" y="1270795"/>
                  </a:lnTo>
                  <a:lnTo>
                    <a:pt x="1135331" y="1236004"/>
                  </a:lnTo>
                  <a:lnTo>
                    <a:pt x="1169858" y="1201513"/>
                  </a:lnTo>
                  <a:lnTo>
                    <a:pt x="1204625" y="1167324"/>
                  </a:lnTo>
                  <a:lnTo>
                    <a:pt x="1239629" y="1133436"/>
                  </a:lnTo>
                  <a:lnTo>
                    <a:pt x="1274869" y="1099851"/>
                  </a:lnTo>
                  <a:lnTo>
                    <a:pt x="1310343" y="1066569"/>
                  </a:lnTo>
                  <a:lnTo>
                    <a:pt x="1346048" y="1033591"/>
                  </a:lnTo>
                  <a:lnTo>
                    <a:pt x="1381982" y="1000917"/>
                  </a:lnTo>
                  <a:lnTo>
                    <a:pt x="1418143" y="968548"/>
                  </a:lnTo>
                  <a:lnTo>
                    <a:pt x="1454530" y="936486"/>
                  </a:lnTo>
                  <a:lnTo>
                    <a:pt x="1491139" y="904730"/>
                  </a:lnTo>
                  <a:lnTo>
                    <a:pt x="1527970" y="873281"/>
                  </a:lnTo>
                  <a:lnTo>
                    <a:pt x="1565019" y="842140"/>
                  </a:lnTo>
                  <a:lnTo>
                    <a:pt x="1602285" y="811307"/>
                  </a:lnTo>
                  <a:lnTo>
                    <a:pt x="1639765" y="780784"/>
                  </a:lnTo>
                  <a:lnTo>
                    <a:pt x="1677458" y="750571"/>
                  </a:lnTo>
                  <a:lnTo>
                    <a:pt x="1715361" y="720669"/>
                  </a:lnTo>
                  <a:lnTo>
                    <a:pt x="1753472" y="691078"/>
                  </a:lnTo>
                  <a:lnTo>
                    <a:pt x="1791789" y="661799"/>
                  </a:lnTo>
                  <a:lnTo>
                    <a:pt x="1830310" y="632833"/>
                  </a:lnTo>
                  <a:lnTo>
                    <a:pt x="1869033" y="604180"/>
                  </a:lnTo>
                  <a:lnTo>
                    <a:pt x="1907956" y="575841"/>
                  </a:lnTo>
                  <a:lnTo>
                    <a:pt x="1947077" y="547817"/>
                  </a:lnTo>
                  <a:lnTo>
                    <a:pt x="1986393" y="520109"/>
                  </a:lnTo>
                  <a:lnTo>
                    <a:pt x="2025902" y="492717"/>
                  </a:lnTo>
                  <a:lnTo>
                    <a:pt x="2065603" y="465641"/>
                  </a:lnTo>
                  <a:lnTo>
                    <a:pt x="2105493" y="438883"/>
                  </a:lnTo>
                  <a:lnTo>
                    <a:pt x="2145570" y="412443"/>
                  </a:lnTo>
                  <a:lnTo>
                    <a:pt x="2185832" y="386322"/>
                  </a:lnTo>
                  <a:lnTo>
                    <a:pt x="2226277" y="360521"/>
                  </a:lnTo>
                  <a:lnTo>
                    <a:pt x="2266903" y="335040"/>
                  </a:lnTo>
                  <a:lnTo>
                    <a:pt x="2307708" y="309880"/>
                  </a:lnTo>
                  <a:lnTo>
                    <a:pt x="2348688" y="285041"/>
                  </a:lnTo>
                  <a:lnTo>
                    <a:pt x="2389844" y="260525"/>
                  </a:lnTo>
                  <a:lnTo>
                    <a:pt x="2431171" y="236332"/>
                  </a:lnTo>
                  <a:lnTo>
                    <a:pt x="2472669" y="212462"/>
                  </a:lnTo>
                  <a:lnTo>
                    <a:pt x="2514335" y="188917"/>
                  </a:lnTo>
                  <a:lnTo>
                    <a:pt x="2556167" y="165697"/>
                  </a:lnTo>
                  <a:lnTo>
                    <a:pt x="2598163" y="142802"/>
                  </a:lnTo>
                  <a:lnTo>
                    <a:pt x="2640321" y="120234"/>
                  </a:lnTo>
                  <a:lnTo>
                    <a:pt x="2682638" y="97993"/>
                  </a:lnTo>
                  <a:lnTo>
                    <a:pt x="2725113" y="76080"/>
                  </a:lnTo>
                  <a:lnTo>
                    <a:pt x="2767743" y="54495"/>
                  </a:lnTo>
                  <a:lnTo>
                    <a:pt x="2810527" y="33239"/>
                  </a:lnTo>
                  <a:lnTo>
                    <a:pt x="2853462" y="12313"/>
                  </a:lnTo>
                  <a:lnTo>
                    <a:pt x="2879222" y="0"/>
                  </a:lnTo>
                </a:path>
              </a:pathLst>
            </a:custGeom>
            <a:noFill/>
            <a:ln cap="flat" cmpd="sng" w="9525">
              <a:solidFill>
                <a:srgbClr val="37BA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81"/>
            <p:cNvSpPr/>
            <p:nvPr/>
          </p:nvSpPr>
          <p:spPr>
            <a:xfrm>
              <a:off x="15284978" y="719495"/>
              <a:ext cx="1389151" cy="555314"/>
            </a:xfrm>
            <a:custGeom>
              <a:rect b="b" l="l" r="r" t="t"/>
              <a:pathLst>
                <a:path extrusionOk="0" h="610235" w="1526540">
                  <a:moveTo>
                    <a:pt x="797490" y="0"/>
                  </a:moveTo>
                  <a:lnTo>
                    <a:pt x="752162" y="1725"/>
                  </a:lnTo>
                  <a:lnTo>
                    <a:pt x="706941" y="5284"/>
                  </a:lnTo>
                  <a:lnTo>
                    <a:pt x="661887" y="10670"/>
                  </a:lnTo>
                  <a:lnTo>
                    <a:pt x="617060" y="17882"/>
                  </a:lnTo>
                  <a:lnTo>
                    <a:pt x="572519" y="26915"/>
                  </a:lnTo>
                  <a:lnTo>
                    <a:pt x="528324" y="37766"/>
                  </a:lnTo>
                  <a:lnTo>
                    <a:pt x="484535" y="50432"/>
                  </a:lnTo>
                  <a:lnTo>
                    <a:pt x="441212" y="64908"/>
                  </a:lnTo>
                  <a:lnTo>
                    <a:pt x="398416" y="81193"/>
                  </a:lnTo>
                  <a:lnTo>
                    <a:pt x="356205" y="99281"/>
                  </a:lnTo>
                  <a:lnTo>
                    <a:pt x="314640" y="119170"/>
                  </a:lnTo>
                  <a:lnTo>
                    <a:pt x="273780" y="140856"/>
                  </a:lnTo>
                  <a:lnTo>
                    <a:pt x="233686" y="164336"/>
                  </a:lnTo>
                  <a:lnTo>
                    <a:pt x="194416" y="189606"/>
                  </a:lnTo>
                  <a:lnTo>
                    <a:pt x="156032" y="216662"/>
                  </a:lnTo>
                  <a:lnTo>
                    <a:pt x="118593" y="245501"/>
                  </a:lnTo>
                  <a:lnTo>
                    <a:pt x="82159" y="276121"/>
                  </a:lnTo>
                  <a:lnTo>
                    <a:pt x="46789" y="308516"/>
                  </a:lnTo>
                  <a:lnTo>
                    <a:pt x="12544" y="342684"/>
                  </a:lnTo>
                  <a:lnTo>
                    <a:pt x="0" y="355751"/>
                  </a:lnTo>
                  <a:lnTo>
                    <a:pt x="16564" y="368871"/>
                  </a:lnTo>
                  <a:lnTo>
                    <a:pt x="55125" y="398078"/>
                  </a:lnTo>
                  <a:lnTo>
                    <a:pt x="94571" y="425382"/>
                  </a:lnTo>
                  <a:lnTo>
                    <a:pt x="134844" y="450786"/>
                  </a:lnTo>
                  <a:lnTo>
                    <a:pt x="175882" y="474294"/>
                  </a:lnTo>
                  <a:lnTo>
                    <a:pt x="217625" y="495910"/>
                  </a:lnTo>
                  <a:lnTo>
                    <a:pt x="260013" y="515636"/>
                  </a:lnTo>
                  <a:lnTo>
                    <a:pt x="302986" y="533477"/>
                  </a:lnTo>
                  <a:lnTo>
                    <a:pt x="346484" y="549436"/>
                  </a:lnTo>
                  <a:lnTo>
                    <a:pt x="390446" y="563517"/>
                  </a:lnTo>
                  <a:lnTo>
                    <a:pt x="434812" y="575722"/>
                  </a:lnTo>
                  <a:lnTo>
                    <a:pt x="479522" y="586057"/>
                  </a:lnTo>
                  <a:lnTo>
                    <a:pt x="524515" y="594523"/>
                  </a:lnTo>
                  <a:lnTo>
                    <a:pt x="569731" y="601125"/>
                  </a:lnTo>
                  <a:lnTo>
                    <a:pt x="615110" y="605867"/>
                  </a:lnTo>
                  <a:lnTo>
                    <a:pt x="660592" y="608751"/>
                  </a:lnTo>
                  <a:lnTo>
                    <a:pt x="706116" y="609781"/>
                  </a:lnTo>
                  <a:lnTo>
                    <a:pt x="751623" y="608961"/>
                  </a:lnTo>
                  <a:lnTo>
                    <a:pt x="797051" y="606295"/>
                  </a:lnTo>
                  <a:lnTo>
                    <a:pt x="842341" y="601786"/>
                  </a:lnTo>
                  <a:lnTo>
                    <a:pt x="887432" y="595437"/>
                  </a:lnTo>
                  <a:lnTo>
                    <a:pt x="932264" y="587252"/>
                  </a:lnTo>
                  <a:lnTo>
                    <a:pt x="976777" y="577234"/>
                  </a:lnTo>
                  <a:lnTo>
                    <a:pt x="1020911" y="565388"/>
                  </a:lnTo>
                  <a:lnTo>
                    <a:pt x="1064605" y="551716"/>
                  </a:lnTo>
                  <a:lnTo>
                    <a:pt x="1107799" y="536222"/>
                  </a:lnTo>
                  <a:lnTo>
                    <a:pt x="1150432" y="518910"/>
                  </a:lnTo>
                  <a:lnTo>
                    <a:pt x="1192446" y="499783"/>
                  </a:lnTo>
                  <a:lnTo>
                    <a:pt x="1233778" y="478845"/>
                  </a:lnTo>
                  <a:lnTo>
                    <a:pt x="1274369" y="456099"/>
                  </a:lnTo>
                  <a:lnTo>
                    <a:pt x="1314159" y="431549"/>
                  </a:lnTo>
                  <a:lnTo>
                    <a:pt x="1353088" y="405198"/>
                  </a:lnTo>
                  <a:lnTo>
                    <a:pt x="1391094" y="377050"/>
                  </a:lnTo>
                  <a:lnTo>
                    <a:pt x="1428119" y="347108"/>
                  </a:lnTo>
                  <a:lnTo>
                    <a:pt x="1464101" y="315377"/>
                  </a:lnTo>
                  <a:lnTo>
                    <a:pt x="1498980" y="281858"/>
                  </a:lnTo>
                  <a:lnTo>
                    <a:pt x="1526414" y="254341"/>
                  </a:lnTo>
                  <a:lnTo>
                    <a:pt x="1488427" y="224388"/>
                  </a:lnTo>
                  <a:lnTo>
                    <a:pt x="1449530" y="196327"/>
                  </a:lnTo>
                  <a:lnTo>
                    <a:pt x="1409782" y="170153"/>
                  </a:lnTo>
                  <a:lnTo>
                    <a:pt x="1369243" y="145864"/>
                  </a:lnTo>
                  <a:lnTo>
                    <a:pt x="1327973" y="123456"/>
                  </a:lnTo>
                  <a:lnTo>
                    <a:pt x="1286032" y="102926"/>
                  </a:lnTo>
                  <a:lnTo>
                    <a:pt x="1243479" y="84269"/>
                  </a:lnTo>
                  <a:lnTo>
                    <a:pt x="1200374" y="67483"/>
                  </a:lnTo>
                  <a:lnTo>
                    <a:pt x="1156778" y="52563"/>
                  </a:lnTo>
                  <a:lnTo>
                    <a:pt x="1112750" y="39507"/>
                  </a:lnTo>
                  <a:lnTo>
                    <a:pt x="1068350" y="28311"/>
                  </a:lnTo>
                  <a:lnTo>
                    <a:pt x="1023638" y="18972"/>
                  </a:lnTo>
                  <a:lnTo>
                    <a:pt x="978673" y="11486"/>
                  </a:lnTo>
                  <a:lnTo>
                    <a:pt x="933517" y="5849"/>
                  </a:lnTo>
                  <a:lnTo>
                    <a:pt x="888227" y="2058"/>
                  </a:lnTo>
                  <a:lnTo>
                    <a:pt x="842865" y="109"/>
                  </a:lnTo>
                  <a:lnTo>
                    <a:pt x="797490" y="0"/>
                  </a:lnTo>
                  <a:close/>
                </a:path>
              </a:pathLst>
            </a:custGeom>
            <a:solidFill>
              <a:srgbClr val="1282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81"/>
            <p:cNvSpPr/>
            <p:nvPr/>
          </p:nvSpPr>
          <p:spPr>
            <a:xfrm>
              <a:off x="16964230" y="727303"/>
              <a:ext cx="586518" cy="1409375"/>
            </a:xfrm>
            <a:custGeom>
              <a:rect b="b" l="l" r="r" t="t"/>
              <a:pathLst>
                <a:path extrusionOk="0" h="1548764" w="644525">
                  <a:moveTo>
                    <a:pt x="449355" y="0"/>
                  </a:moveTo>
                  <a:lnTo>
                    <a:pt x="395235" y="44294"/>
                  </a:lnTo>
                  <a:lnTo>
                    <a:pt x="359689" y="76360"/>
                  </a:lnTo>
                  <a:lnTo>
                    <a:pt x="325754" y="109628"/>
                  </a:lnTo>
                  <a:lnTo>
                    <a:pt x="293440" y="144043"/>
                  </a:lnTo>
                  <a:lnTo>
                    <a:pt x="262757" y="179548"/>
                  </a:lnTo>
                  <a:lnTo>
                    <a:pt x="233714" y="216088"/>
                  </a:lnTo>
                  <a:lnTo>
                    <a:pt x="206321" y="253605"/>
                  </a:lnTo>
                  <a:lnTo>
                    <a:pt x="180587" y="292044"/>
                  </a:lnTo>
                  <a:lnTo>
                    <a:pt x="156523" y="331350"/>
                  </a:lnTo>
                  <a:lnTo>
                    <a:pt x="134138" y="371465"/>
                  </a:lnTo>
                  <a:lnTo>
                    <a:pt x="113441" y="412333"/>
                  </a:lnTo>
                  <a:lnTo>
                    <a:pt x="94443" y="453900"/>
                  </a:lnTo>
                  <a:lnTo>
                    <a:pt x="77152" y="496107"/>
                  </a:lnTo>
                  <a:lnTo>
                    <a:pt x="61580" y="538900"/>
                  </a:lnTo>
                  <a:lnTo>
                    <a:pt x="47735" y="582223"/>
                  </a:lnTo>
                  <a:lnTo>
                    <a:pt x="35626" y="626018"/>
                  </a:lnTo>
                  <a:lnTo>
                    <a:pt x="25265" y="670231"/>
                  </a:lnTo>
                  <a:lnTo>
                    <a:pt x="16660" y="714805"/>
                  </a:lnTo>
                  <a:lnTo>
                    <a:pt x="9822" y="759684"/>
                  </a:lnTo>
                  <a:lnTo>
                    <a:pt x="4759" y="804811"/>
                  </a:lnTo>
                  <a:lnTo>
                    <a:pt x="1482" y="850131"/>
                  </a:lnTo>
                  <a:lnTo>
                    <a:pt x="0" y="895588"/>
                  </a:lnTo>
                  <a:lnTo>
                    <a:pt x="322" y="941126"/>
                  </a:lnTo>
                  <a:lnTo>
                    <a:pt x="2460" y="986687"/>
                  </a:lnTo>
                  <a:lnTo>
                    <a:pt x="6422" y="1032217"/>
                  </a:lnTo>
                  <a:lnTo>
                    <a:pt x="12217" y="1077660"/>
                  </a:lnTo>
                  <a:lnTo>
                    <a:pt x="19857" y="1122958"/>
                  </a:lnTo>
                  <a:lnTo>
                    <a:pt x="29350" y="1168057"/>
                  </a:lnTo>
                  <a:lnTo>
                    <a:pt x="40705" y="1212900"/>
                  </a:lnTo>
                  <a:lnTo>
                    <a:pt x="53934" y="1257430"/>
                  </a:lnTo>
                  <a:lnTo>
                    <a:pt x="69045" y="1301592"/>
                  </a:lnTo>
                  <a:lnTo>
                    <a:pt x="86048" y="1345330"/>
                  </a:lnTo>
                  <a:lnTo>
                    <a:pt x="104953" y="1388588"/>
                  </a:lnTo>
                  <a:lnTo>
                    <a:pt x="125769" y="1431309"/>
                  </a:lnTo>
                  <a:lnTo>
                    <a:pt x="148507" y="1473437"/>
                  </a:lnTo>
                  <a:lnTo>
                    <a:pt x="173175" y="1514917"/>
                  </a:lnTo>
                  <a:lnTo>
                    <a:pt x="194264" y="1548759"/>
                  </a:lnTo>
                  <a:lnTo>
                    <a:pt x="232033" y="1518653"/>
                  </a:lnTo>
                  <a:lnTo>
                    <a:pt x="268216" y="1487267"/>
                  </a:lnTo>
                  <a:lnTo>
                    <a:pt x="302801" y="1454655"/>
                  </a:lnTo>
                  <a:lnTo>
                    <a:pt x="335780" y="1420874"/>
                  </a:lnTo>
                  <a:lnTo>
                    <a:pt x="367142" y="1385980"/>
                  </a:lnTo>
                  <a:lnTo>
                    <a:pt x="396878" y="1350028"/>
                  </a:lnTo>
                  <a:lnTo>
                    <a:pt x="424979" y="1313074"/>
                  </a:lnTo>
                  <a:lnTo>
                    <a:pt x="451434" y="1275174"/>
                  </a:lnTo>
                  <a:lnTo>
                    <a:pt x="476234" y="1236384"/>
                  </a:lnTo>
                  <a:lnTo>
                    <a:pt x="499369" y="1196760"/>
                  </a:lnTo>
                  <a:lnTo>
                    <a:pt x="520831" y="1156358"/>
                  </a:lnTo>
                  <a:lnTo>
                    <a:pt x="540608" y="1115232"/>
                  </a:lnTo>
                  <a:lnTo>
                    <a:pt x="558691" y="1073440"/>
                  </a:lnTo>
                  <a:lnTo>
                    <a:pt x="575071" y="1031037"/>
                  </a:lnTo>
                  <a:lnTo>
                    <a:pt x="589738" y="988079"/>
                  </a:lnTo>
                  <a:lnTo>
                    <a:pt x="602683" y="944622"/>
                  </a:lnTo>
                  <a:lnTo>
                    <a:pt x="613895" y="900722"/>
                  </a:lnTo>
                  <a:lnTo>
                    <a:pt x="623365" y="856433"/>
                  </a:lnTo>
                  <a:lnTo>
                    <a:pt x="631084" y="811813"/>
                  </a:lnTo>
                  <a:lnTo>
                    <a:pt x="637041" y="766917"/>
                  </a:lnTo>
                  <a:lnTo>
                    <a:pt x="641228" y="721801"/>
                  </a:lnTo>
                  <a:lnTo>
                    <a:pt x="643633" y="676521"/>
                  </a:lnTo>
                  <a:lnTo>
                    <a:pt x="644249" y="631133"/>
                  </a:lnTo>
                  <a:lnTo>
                    <a:pt x="643065" y="585692"/>
                  </a:lnTo>
                  <a:lnTo>
                    <a:pt x="640071" y="540254"/>
                  </a:lnTo>
                  <a:lnTo>
                    <a:pt x="635258" y="494875"/>
                  </a:lnTo>
                  <a:lnTo>
                    <a:pt x="628615" y="449611"/>
                  </a:lnTo>
                  <a:lnTo>
                    <a:pt x="620135" y="404518"/>
                  </a:lnTo>
                  <a:lnTo>
                    <a:pt x="609806" y="359652"/>
                  </a:lnTo>
                  <a:lnTo>
                    <a:pt x="597619" y="315068"/>
                  </a:lnTo>
                  <a:lnTo>
                    <a:pt x="583565" y="270822"/>
                  </a:lnTo>
                  <a:lnTo>
                    <a:pt x="567634" y="226971"/>
                  </a:lnTo>
                  <a:lnTo>
                    <a:pt x="549815" y="183569"/>
                  </a:lnTo>
                  <a:lnTo>
                    <a:pt x="530101" y="140674"/>
                  </a:lnTo>
                  <a:lnTo>
                    <a:pt x="508480" y="98340"/>
                  </a:lnTo>
                  <a:lnTo>
                    <a:pt x="484943" y="56623"/>
                  </a:lnTo>
                  <a:lnTo>
                    <a:pt x="459481" y="15580"/>
                  </a:lnTo>
                  <a:lnTo>
                    <a:pt x="449355" y="0"/>
                  </a:lnTo>
                  <a:close/>
                </a:path>
              </a:pathLst>
            </a:custGeom>
            <a:solidFill>
              <a:srgbClr val="1282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81"/>
            <p:cNvSpPr/>
            <p:nvPr/>
          </p:nvSpPr>
          <p:spPr>
            <a:xfrm>
              <a:off x="15762209" y="932363"/>
              <a:ext cx="1080002" cy="92456"/>
            </a:xfrm>
            <a:custGeom>
              <a:rect b="b" l="l" r="r" t="t"/>
              <a:pathLst>
                <a:path extrusionOk="0" h="101600" w="1186815">
                  <a:moveTo>
                    <a:pt x="1186319" y="0"/>
                  </a:moveTo>
                  <a:lnTo>
                    <a:pt x="0" y="101420"/>
                  </a:lnTo>
                </a:path>
              </a:pathLst>
            </a:custGeom>
            <a:noFill/>
            <a:ln cap="flat" cmpd="sng" w="9525">
              <a:solidFill>
                <a:srgbClr val="37BA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81"/>
            <p:cNvSpPr/>
            <p:nvPr/>
          </p:nvSpPr>
          <p:spPr>
            <a:xfrm>
              <a:off x="17279926" y="479651"/>
              <a:ext cx="126549" cy="1095604"/>
            </a:xfrm>
            <a:custGeom>
              <a:rect b="b" l="l" r="r" t="t"/>
              <a:pathLst>
                <a:path extrusionOk="0" h="1203960" w="139065">
                  <a:moveTo>
                    <a:pt x="138592" y="0"/>
                  </a:moveTo>
                  <a:lnTo>
                    <a:pt x="0" y="1203952"/>
                  </a:lnTo>
                </a:path>
              </a:pathLst>
            </a:custGeom>
            <a:noFill/>
            <a:ln cap="flat" cmpd="sng" w="9525">
              <a:solidFill>
                <a:srgbClr val="37BA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81"/>
            <p:cNvSpPr/>
            <p:nvPr/>
          </p:nvSpPr>
          <p:spPr>
            <a:xfrm>
              <a:off x="14592603" y="1599869"/>
              <a:ext cx="1753197" cy="1753196"/>
            </a:xfrm>
            <a:custGeom>
              <a:rect b="b" l="l" r="r" t="t"/>
              <a:pathLst>
                <a:path extrusionOk="0" h="1926589" w="1926590">
                  <a:moveTo>
                    <a:pt x="955220" y="0"/>
                  </a:moveTo>
                  <a:lnTo>
                    <a:pt x="910282" y="1465"/>
                  </a:lnTo>
                  <a:lnTo>
                    <a:pt x="865525" y="5013"/>
                  </a:lnTo>
                  <a:lnTo>
                    <a:pt x="821026" y="10626"/>
                  </a:lnTo>
                  <a:lnTo>
                    <a:pt x="776861" y="18289"/>
                  </a:lnTo>
                  <a:lnTo>
                    <a:pt x="733107" y="27983"/>
                  </a:lnTo>
                  <a:lnTo>
                    <a:pt x="689838" y="39692"/>
                  </a:lnTo>
                  <a:lnTo>
                    <a:pt x="647133" y="53399"/>
                  </a:lnTo>
                  <a:lnTo>
                    <a:pt x="605066" y="69088"/>
                  </a:lnTo>
                  <a:lnTo>
                    <a:pt x="563714" y="86740"/>
                  </a:lnTo>
                  <a:lnTo>
                    <a:pt x="523153" y="106341"/>
                  </a:lnTo>
                  <a:lnTo>
                    <a:pt x="483460" y="127871"/>
                  </a:lnTo>
                  <a:lnTo>
                    <a:pt x="444710" y="151316"/>
                  </a:lnTo>
                  <a:lnTo>
                    <a:pt x="406980" y="176657"/>
                  </a:lnTo>
                  <a:lnTo>
                    <a:pt x="370346" y="203878"/>
                  </a:lnTo>
                  <a:lnTo>
                    <a:pt x="334883" y="232962"/>
                  </a:lnTo>
                  <a:lnTo>
                    <a:pt x="300669" y="263893"/>
                  </a:lnTo>
                  <a:lnTo>
                    <a:pt x="267780" y="296652"/>
                  </a:lnTo>
                  <a:lnTo>
                    <a:pt x="236291" y="331225"/>
                  </a:lnTo>
                  <a:lnTo>
                    <a:pt x="206279" y="367592"/>
                  </a:lnTo>
                  <a:lnTo>
                    <a:pt x="177820" y="405738"/>
                  </a:lnTo>
                  <a:lnTo>
                    <a:pt x="150991" y="445646"/>
                  </a:lnTo>
                  <a:lnTo>
                    <a:pt x="126150" y="486820"/>
                  </a:lnTo>
                  <a:lnTo>
                    <a:pt x="103595" y="528727"/>
                  </a:lnTo>
                  <a:lnTo>
                    <a:pt x="83307" y="571290"/>
                  </a:lnTo>
                  <a:lnTo>
                    <a:pt x="65271" y="614434"/>
                  </a:lnTo>
                  <a:lnTo>
                    <a:pt x="49469" y="658082"/>
                  </a:lnTo>
                  <a:lnTo>
                    <a:pt x="35884" y="702158"/>
                  </a:lnTo>
                  <a:lnTo>
                    <a:pt x="24500" y="746586"/>
                  </a:lnTo>
                  <a:lnTo>
                    <a:pt x="15300" y="791289"/>
                  </a:lnTo>
                  <a:lnTo>
                    <a:pt x="8267" y="836192"/>
                  </a:lnTo>
                  <a:lnTo>
                    <a:pt x="3384" y="881218"/>
                  </a:lnTo>
                  <a:lnTo>
                    <a:pt x="634" y="926291"/>
                  </a:lnTo>
                  <a:lnTo>
                    <a:pt x="0" y="971335"/>
                  </a:lnTo>
                  <a:lnTo>
                    <a:pt x="1465" y="1016273"/>
                  </a:lnTo>
                  <a:lnTo>
                    <a:pt x="5013" y="1061030"/>
                  </a:lnTo>
                  <a:lnTo>
                    <a:pt x="10626" y="1105529"/>
                  </a:lnTo>
                  <a:lnTo>
                    <a:pt x="18288" y="1149694"/>
                  </a:lnTo>
                  <a:lnTo>
                    <a:pt x="27982" y="1193449"/>
                  </a:lnTo>
                  <a:lnTo>
                    <a:pt x="39691" y="1236718"/>
                  </a:lnTo>
                  <a:lnTo>
                    <a:pt x="53398" y="1279424"/>
                  </a:lnTo>
                  <a:lnTo>
                    <a:pt x="69086" y="1321491"/>
                  </a:lnTo>
                  <a:lnTo>
                    <a:pt x="86738" y="1362843"/>
                  </a:lnTo>
                  <a:lnTo>
                    <a:pt x="106338" y="1403404"/>
                  </a:lnTo>
                  <a:lnTo>
                    <a:pt x="127869" y="1443098"/>
                  </a:lnTo>
                  <a:lnTo>
                    <a:pt x="151313" y="1481848"/>
                  </a:lnTo>
                  <a:lnTo>
                    <a:pt x="176654" y="1519578"/>
                  </a:lnTo>
                  <a:lnTo>
                    <a:pt x="203875" y="1556212"/>
                  </a:lnTo>
                  <a:lnTo>
                    <a:pt x="232959" y="1591674"/>
                  </a:lnTo>
                  <a:lnTo>
                    <a:pt x="263889" y="1625888"/>
                  </a:lnTo>
                  <a:lnTo>
                    <a:pt x="296648" y="1658777"/>
                  </a:lnTo>
                  <a:lnTo>
                    <a:pt x="331220" y="1690265"/>
                  </a:lnTo>
                  <a:lnTo>
                    <a:pt x="367588" y="1720277"/>
                  </a:lnTo>
                  <a:lnTo>
                    <a:pt x="405734" y="1748735"/>
                  </a:lnTo>
                  <a:lnTo>
                    <a:pt x="445641" y="1775564"/>
                  </a:lnTo>
                  <a:lnTo>
                    <a:pt x="486816" y="1800405"/>
                  </a:lnTo>
                  <a:lnTo>
                    <a:pt x="528724" y="1822962"/>
                  </a:lnTo>
                  <a:lnTo>
                    <a:pt x="571288" y="1843250"/>
                  </a:lnTo>
                  <a:lnTo>
                    <a:pt x="614432" y="1861287"/>
                  </a:lnTo>
                  <a:lnTo>
                    <a:pt x="658081" y="1877089"/>
                  </a:lnTo>
                  <a:lnTo>
                    <a:pt x="702157" y="1890674"/>
                  </a:lnTo>
                  <a:lnTo>
                    <a:pt x="746585" y="1902058"/>
                  </a:lnTo>
                  <a:lnTo>
                    <a:pt x="791289" y="1911259"/>
                  </a:lnTo>
                  <a:lnTo>
                    <a:pt x="836192" y="1918292"/>
                  </a:lnTo>
                  <a:lnTo>
                    <a:pt x="881218" y="1923175"/>
                  </a:lnTo>
                  <a:lnTo>
                    <a:pt x="926292" y="1925926"/>
                  </a:lnTo>
                  <a:lnTo>
                    <a:pt x="971336" y="1926560"/>
                  </a:lnTo>
                  <a:lnTo>
                    <a:pt x="1016274" y="1925094"/>
                  </a:lnTo>
                  <a:lnTo>
                    <a:pt x="1061031" y="1921546"/>
                  </a:lnTo>
                  <a:lnTo>
                    <a:pt x="1105530" y="1915933"/>
                  </a:lnTo>
                  <a:lnTo>
                    <a:pt x="1149695" y="1908270"/>
                  </a:lnTo>
                  <a:lnTo>
                    <a:pt x="1193450" y="1898576"/>
                  </a:lnTo>
                  <a:lnTo>
                    <a:pt x="1236718" y="1886867"/>
                  </a:lnTo>
                  <a:lnTo>
                    <a:pt x="1279424" y="1873160"/>
                  </a:lnTo>
                  <a:lnTo>
                    <a:pt x="1321492" y="1857472"/>
                  </a:lnTo>
                  <a:lnTo>
                    <a:pt x="1362844" y="1839819"/>
                  </a:lnTo>
                  <a:lnTo>
                    <a:pt x="1403405" y="1820219"/>
                  </a:lnTo>
                  <a:lnTo>
                    <a:pt x="1443099" y="1798688"/>
                  </a:lnTo>
                  <a:lnTo>
                    <a:pt x="1481849" y="1775243"/>
                  </a:lnTo>
                  <a:lnTo>
                    <a:pt x="1519579" y="1749902"/>
                  </a:lnTo>
                  <a:lnTo>
                    <a:pt x="1556214" y="1722681"/>
                  </a:lnTo>
                  <a:lnTo>
                    <a:pt x="1591676" y="1693597"/>
                  </a:lnTo>
                  <a:lnTo>
                    <a:pt x="1625890" y="1662666"/>
                  </a:lnTo>
                  <a:lnTo>
                    <a:pt x="1658780" y="1629907"/>
                  </a:lnTo>
                  <a:lnTo>
                    <a:pt x="1690269" y="1595335"/>
                  </a:lnTo>
                  <a:lnTo>
                    <a:pt x="1720281" y="1558967"/>
                  </a:lnTo>
                  <a:lnTo>
                    <a:pt x="1748740" y="1520821"/>
                  </a:lnTo>
                  <a:lnTo>
                    <a:pt x="1775570" y="1480913"/>
                  </a:lnTo>
                  <a:lnTo>
                    <a:pt x="1800410" y="1439738"/>
                  </a:lnTo>
                  <a:lnTo>
                    <a:pt x="1822966" y="1397831"/>
                  </a:lnTo>
                  <a:lnTo>
                    <a:pt x="1843253" y="1355267"/>
                  </a:lnTo>
                  <a:lnTo>
                    <a:pt x="1861290" y="1312123"/>
                  </a:lnTo>
                  <a:lnTo>
                    <a:pt x="1877092" y="1268474"/>
                  </a:lnTo>
                  <a:lnTo>
                    <a:pt x="1890676" y="1224398"/>
                  </a:lnTo>
                  <a:lnTo>
                    <a:pt x="1902060" y="1179970"/>
                  </a:lnTo>
                  <a:lnTo>
                    <a:pt x="1911260" y="1135267"/>
                  </a:lnTo>
                  <a:lnTo>
                    <a:pt x="1918293" y="1090364"/>
                  </a:lnTo>
                  <a:lnTo>
                    <a:pt x="1923177" y="1045338"/>
                  </a:lnTo>
                  <a:lnTo>
                    <a:pt x="1925927" y="1000266"/>
                  </a:lnTo>
                  <a:lnTo>
                    <a:pt x="1926561" y="955222"/>
                  </a:lnTo>
                  <a:lnTo>
                    <a:pt x="1925096" y="910284"/>
                  </a:lnTo>
                  <a:lnTo>
                    <a:pt x="1921548" y="865528"/>
                  </a:lnTo>
                  <a:lnTo>
                    <a:pt x="1915934" y="821029"/>
                  </a:lnTo>
                  <a:lnTo>
                    <a:pt x="1908272" y="776864"/>
                  </a:lnTo>
                  <a:lnTo>
                    <a:pt x="1898578" y="733110"/>
                  </a:lnTo>
                  <a:lnTo>
                    <a:pt x="1886870" y="689842"/>
                  </a:lnTo>
                  <a:lnTo>
                    <a:pt x="1873163" y="647137"/>
                  </a:lnTo>
                  <a:lnTo>
                    <a:pt x="1857474" y="605070"/>
                  </a:lnTo>
                  <a:lnTo>
                    <a:pt x="1839822" y="563718"/>
                  </a:lnTo>
                  <a:lnTo>
                    <a:pt x="1820222" y="523157"/>
                  </a:lnTo>
                  <a:lnTo>
                    <a:pt x="1798692" y="483464"/>
                  </a:lnTo>
                  <a:lnTo>
                    <a:pt x="1775247" y="444714"/>
                  </a:lnTo>
                  <a:lnTo>
                    <a:pt x="1749907" y="406984"/>
                  </a:lnTo>
                  <a:lnTo>
                    <a:pt x="1722686" y="370350"/>
                  </a:lnTo>
                  <a:lnTo>
                    <a:pt x="1693602" y="334888"/>
                  </a:lnTo>
                  <a:lnTo>
                    <a:pt x="1662672" y="300674"/>
                  </a:lnTo>
                  <a:lnTo>
                    <a:pt x="1629912" y="267785"/>
                  </a:lnTo>
                  <a:lnTo>
                    <a:pt x="1595340" y="236296"/>
                  </a:lnTo>
                  <a:lnTo>
                    <a:pt x="1558973" y="206284"/>
                  </a:lnTo>
                  <a:lnTo>
                    <a:pt x="1520827" y="177825"/>
                  </a:lnTo>
                  <a:lnTo>
                    <a:pt x="1480919" y="150995"/>
                  </a:lnTo>
                  <a:lnTo>
                    <a:pt x="1439743" y="126154"/>
                  </a:lnTo>
                  <a:lnTo>
                    <a:pt x="1397835" y="103597"/>
                  </a:lnTo>
                  <a:lnTo>
                    <a:pt x="1355270" y="83309"/>
                  </a:lnTo>
                  <a:lnTo>
                    <a:pt x="1312125" y="65272"/>
                  </a:lnTo>
                  <a:lnTo>
                    <a:pt x="1268476" y="49470"/>
                  </a:lnTo>
                  <a:lnTo>
                    <a:pt x="1224399" y="35885"/>
                  </a:lnTo>
                  <a:lnTo>
                    <a:pt x="1179971" y="24501"/>
                  </a:lnTo>
                  <a:lnTo>
                    <a:pt x="1135267" y="15301"/>
                  </a:lnTo>
                  <a:lnTo>
                    <a:pt x="1090364" y="8267"/>
                  </a:lnTo>
                  <a:lnTo>
                    <a:pt x="1045337" y="3384"/>
                  </a:lnTo>
                  <a:lnTo>
                    <a:pt x="1000264" y="633"/>
                  </a:lnTo>
                  <a:lnTo>
                    <a:pt x="955220" y="0"/>
                  </a:lnTo>
                  <a:close/>
                </a:path>
              </a:pathLst>
            </a:custGeom>
            <a:solidFill>
              <a:srgbClr val="1282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9" name="Google Shape;769;p81"/>
            <p:cNvGrpSpPr/>
            <p:nvPr/>
          </p:nvGrpSpPr>
          <p:grpSpPr>
            <a:xfrm>
              <a:off x="14869033" y="2108459"/>
              <a:ext cx="1138941" cy="737337"/>
              <a:chOff x="14869033" y="2108459"/>
              <a:chExt cx="1138941" cy="737337"/>
            </a:xfrm>
          </p:grpSpPr>
          <p:sp>
            <p:nvSpPr>
              <p:cNvPr id="770" name="Google Shape;770;p81"/>
              <p:cNvSpPr/>
              <p:nvPr/>
            </p:nvSpPr>
            <p:spPr>
              <a:xfrm>
                <a:off x="14869033" y="2108459"/>
                <a:ext cx="1138941" cy="737337"/>
              </a:xfrm>
              <a:custGeom>
                <a:rect b="b" l="l" r="r" t="t"/>
                <a:pathLst>
                  <a:path extrusionOk="0" h="810260" w="1251584">
                    <a:moveTo>
                      <a:pt x="1009340" y="810184"/>
                    </a:moveTo>
                    <a:lnTo>
                      <a:pt x="293059" y="809001"/>
                    </a:lnTo>
                    <a:lnTo>
                      <a:pt x="245514" y="805072"/>
                    </a:lnTo>
                    <a:lnTo>
                      <a:pt x="200402" y="793857"/>
                    </a:lnTo>
                    <a:lnTo>
                      <a:pt x="158329" y="775963"/>
                    </a:lnTo>
                    <a:lnTo>
                      <a:pt x="119903" y="752002"/>
                    </a:lnTo>
                    <a:lnTo>
                      <a:pt x="85734" y="722584"/>
                    </a:lnTo>
                    <a:lnTo>
                      <a:pt x="56428" y="688317"/>
                    </a:lnTo>
                    <a:lnTo>
                      <a:pt x="32593" y="649812"/>
                    </a:lnTo>
                    <a:lnTo>
                      <a:pt x="14839" y="607679"/>
                    </a:lnTo>
                    <a:lnTo>
                      <a:pt x="3771" y="562528"/>
                    </a:lnTo>
                    <a:lnTo>
                      <a:pt x="0" y="514968"/>
                    </a:lnTo>
                    <a:lnTo>
                      <a:pt x="4011" y="466930"/>
                    </a:lnTo>
                    <a:lnTo>
                      <a:pt x="15461" y="421380"/>
                    </a:lnTo>
                    <a:lnTo>
                      <a:pt x="33719" y="378946"/>
                    </a:lnTo>
                    <a:lnTo>
                      <a:pt x="58156" y="340258"/>
                    </a:lnTo>
                    <a:lnTo>
                      <a:pt x="88139" y="305943"/>
                    </a:lnTo>
                    <a:lnTo>
                      <a:pt x="123040" y="276630"/>
                    </a:lnTo>
                    <a:lnTo>
                      <a:pt x="162228" y="252949"/>
                    </a:lnTo>
                    <a:lnTo>
                      <a:pt x="205071" y="235526"/>
                    </a:lnTo>
                    <a:lnTo>
                      <a:pt x="250941" y="224991"/>
                    </a:lnTo>
                    <a:lnTo>
                      <a:pt x="299205" y="221972"/>
                    </a:lnTo>
                    <a:lnTo>
                      <a:pt x="324653" y="178547"/>
                    </a:lnTo>
                    <a:lnTo>
                      <a:pt x="354864" y="139105"/>
                    </a:lnTo>
                    <a:lnTo>
                      <a:pt x="389378" y="103948"/>
                    </a:lnTo>
                    <a:lnTo>
                      <a:pt x="427736" y="73381"/>
                    </a:lnTo>
                    <a:lnTo>
                      <a:pt x="469480" y="47706"/>
                    </a:lnTo>
                    <a:lnTo>
                      <a:pt x="514151" y="27227"/>
                    </a:lnTo>
                    <a:lnTo>
                      <a:pt x="561289" y="12247"/>
                    </a:lnTo>
                    <a:lnTo>
                      <a:pt x="610435" y="3070"/>
                    </a:lnTo>
                    <a:lnTo>
                      <a:pt x="661131" y="0"/>
                    </a:lnTo>
                    <a:lnTo>
                      <a:pt x="707069" y="2711"/>
                    </a:lnTo>
                    <a:lnTo>
                      <a:pt x="752200" y="10581"/>
                    </a:lnTo>
                    <a:lnTo>
                      <a:pt x="796062" y="23444"/>
                    </a:lnTo>
                    <a:lnTo>
                      <a:pt x="838190" y="41138"/>
                    </a:lnTo>
                    <a:lnTo>
                      <a:pt x="878122" y="63499"/>
                    </a:lnTo>
                    <a:lnTo>
                      <a:pt x="915396" y="90363"/>
                    </a:lnTo>
                    <a:lnTo>
                      <a:pt x="951634" y="123642"/>
                    </a:lnTo>
                    <a:lnTo>
                      <a:pt x="983448" y="160893"/>
                    </a:lnTo>
                    <a:lnTo>
                      <a:pt x="1010510" y="201590"/>
                    </a:lnTo>
                    <a:lnTo>
                      <a:pt x="1032496" y="245206"/>
                    </a:lnTo>
                    <a:lnTo>
                      <a:pt x="1049078" y="291216"/>
                    </a:lnTo>
                    <a:lnTo>
                      <a:pt x="1097168" y="307722"/>
                    </a:lnTo>
                    <a:lnTo>
                      <a:pt x="1140421" y="332724"/>
                    </a:lnTo>
                    <a:lnTo>
                      <a:pt x="1177897" y="365146"/>
                    </a:lnTo>
                    <a:lnTo>
                      <a:pt x="1208658" y="403913"/>
                    </a:lnTo>
                    <a:lnTo>
                      <a:pt x="1231766" y="447949"/>
                    </a:lnTo>
                    <a:lnTo>
                      <a:pt x="1246283" y="496181"/>
                    </a:lnTo>
                    <a:lnTo>
                      <a:pt x="1251270" y="547533"/>
                    </a:lnTo>
                    <a:lnTo>
                      <a:pt x="1246679" y="596209"/>
                    </a:lnTo>
                    <a:lnTo>
                      <a:pt x="1233332" y="642721"/>
                    </a:lnTo>
                    <a:lnTo>
                      <a:pt x="1211659" y="685977"/>
                    </a:lnTo>
                    <a:lnTo>
                      <a:pt x="1182089" y="724888"/>
                    </a:lnTo>
                    <a:lnTo>
                      <a:pt x="1148002" y="756068"/>
                    </a:lnTo>
                    <a:lnTo>
                      <a:pt x="1109425" y="780595"/>
                    </a:lnTo>
                    <a:lnTo>
                      <a:pt x="1067250" y="798024"/>
                    </a:lnTo>
                    <a:lnTo>
                      <a:pt x="1022366" y="807912"/>
                    </a:lnTo>
                    <a:lnTo>
                      <a:pt x="1018293" y="809388"/>
                    </a:lnTo>
                    <a:lnTo>
                      <a:pt x="1013916" y="810184"/>
                    </a:lnTo>
                    <a:lnTo>
                      <a:pt x="1009340" y="810184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81"/>
              <p:cNvSpPr/>
              <p:nvPr/>
            </p:nvSpPr>
            <p:spPr>
              <a:xfrm>
                <a:off x="15301484" y="2314984"/>
                <a:ext cx="329951" cy="387737"/>
              </a:xfrm>
              <a:custGeom>
                <a:rect b="b" l="l" r="r" t="t"/>
                <a:pathLst>
                  <a:path extrusionOk="0" h="426085" w="362584">
                    <a:moveTo>
                      <a:pt x="216994" y="212370"/>
                    </a:moveTo>
                    <a:lnTo>
                      <a:pt x="217277" y="36093"/>
                    </a:lnTo>
                    <a:lnTo>
                      <a:pt x="195337" y="2855"/>
                    </a:lnTo>
                    <a:lnTo>
                      <a:pt x="181320" y="0"/>
                    </a:lnTo>
                    <a:lnTo>
                      <a:pt x="167286" y="2808"/>
                    </a:lnTo>
                    <a:lnTo>
                      <a:pt x="145227" y="35967"/>
                    </a:lnTo>
                    <a:lnTo>
                      <a:pt x="144934" y="212077"/>
                    </a:lnTo>
                    <a:lnTo>
                      <a:pt x="144923" y="219092"/>
                    </a:lnTo>
                    <a:lnTo>
                      <a:pt x="139248" y="224788"/>
                    </a:lnTo>
                    <a:lnTo>
                      <a:pt x="15231" y="225438"/>
                    </a:lnTo>
                    <a:lnTo>
                      <a:pt x="0" y="243330"/>
                    </a:lnTo>
                    <a:lnTo>
                      <a:pt x="4111" y="251531"/>
                    </a:lnTo>
                    <a:lnTo>
                      <a:pt x="32919" y="281645"/>
                    </a:lnTo>
                    <a:lnTo>
                      <a:pt x="171530" y="420824"/>
                    </a:lnTo>
                    <a:lnTo>
                      <a:pt x="184660" y="425861"/>
                    </a:lnTo>
                    <a:lnTo>
                      <a:pt x="189686" y="420856"/>
                    </a:lnTo>
                    <a:lnTo>
                      <a:pt x="323462" y="287530"/>
                    </a:lnTo>
                    <a:lnTo>
                      <a:pt x="328674" y="282438"/>
                    </a:lnTo>
                    <a:lnTo>
                      <a:pt x="336883" y="274532"/>
                    </a:lnTo>
                    <a:lnTo>
                      <a:pt x="346942" y="264900"/>
                    </a:lnTo>
                    <a:lnTo>
                      <a:pt x="357702" y="254630"/>
                    </a:lnTo>
                    <a:lnTo>
                      <a:pt x="362235" y="246509"/>
                    </a:lnTo>
                    <a:lnTo>
                      <a:pt x="361457" y="237876"/>
                    </a:lnTo>
                    <a:lnTo>
                      <a:pt x="356228" y="230961"/>
                    </a:lnTo>
                    <a:lnTo>
                      <a:pt x="347409" y="227993"/>
                    </a:lnTo>
                    <a:lnTo>
                      <a:pt x="229455" y="225155"/>
                    </a:lnTo>
                    <a:lnTo>
                      <a:pt x="222512" y="224987"/>
                    </a:lnTo>
                    <a:lnTo>
                      <a:pt x="216984" y="219312"/>
                    </a:lnTo>
                    <a:lnTo>
                      <a:pt x="216994" y="21237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2" name="Google Shape;772;p81"/>
          <p:cNvSpPr/>
          <p:nvPr/>
        </p:nvSpPr>
        <p:spPr>
          <a:xfrm>
            <a:off x="10486" y="4014358"/>
            <a:ext cx="1223308" cy="1129408"/>
          </a:xfrm>
          <a:custGeom>
            <a:rect b="b" l="l" r="r" t="t"/>
            <a:pathLst>
              <a:path extrusionOk="0" h="2482215" w="2688590">
                <a:moveTo>
                  <a:pt x="2688220" y="0"/>
                </a:moveTo>
                <a:lnTo>
                  <a:pt x="2662761" y="44630"/>
                </a:lnTo>
                <a:lnTo>
                  <a:pt x="2636977" y="88959"/>
                </a:lnTo>
                <a:lnTo>
                  <a:pt x="2610871" y="132985"/>
                </a:lnTo>
                <a:lnTo>
                  <a:pt x="2584443" y="176709"/>
                </a:lnTo>
                <a:lnTo>
                  <a:pt x="2557698" y="220128"/>
                </a:lnTo>
                <a:lnTo>
                  <a:pt x="2530636" y="263244"/>
                </a:lnTo>
                <a:lnTo>
                  <a:pt x="2503262" y="306054"/>
                </a:lnTo>
                <a:lnTo>
                  <a:pt x="2475576" y="348559"/>
                </a:lnTo>
                <a:lnTo>
                  <a:pt x="2447581" y="390757"/>
                </a:lnTo>
                <a:lnTo>
                  <a:pt x="2419280" y="432648"/>
                </a:lnTo>
                <a:lnTo>
                  <a:pt x="2390675" y="474232"/>
                </a:lnTo>
                <a:lnTo>
                  <a:pt x="2361768" y="515507"/>
                </a:lnTo>
                <a:lnTo>
                  <a:pt x="2332562" y="556473"/>
                </a:lnTo>
                <a:lnTo>
                  <a:pt x="2303059" y="597130"/>
                </a:lnTo>
                <a:lnTo>
                  <a:pt x="2273261" y="637476"/>
                </a:lnTo>
                <a:lnTo>
                  <a:pt x="2243170" y="677511"/>
                </a:lnTo>
                <a:lnTo>
                  <a:pt x="2212790" y="717235"/>
                </a:lnTo>
                <a:lnTo>
                  <a:pt x="2182122" y="756646"/>
                </a:lnTo>
                <a:lnTo>
                  <a:pt x="2151169" y="795745"/>
                </a:lnTo>
                <a:lnTo>
                  <a:pt x="2119007" y="835670"/>
                </a:lnTo>
                <a:lnTo>
                  <a:pt x="2086548" y="875263"/>
                </a:lnTo>
                <a:lnTo>
                  <a:pt x="2053794" y="914521"/>
                </a:lnTo>
                <a:lnTo>
                  <a:pt x="2020748" y="953445"/>
                </a:lnTo>
                <a:lnTo>
                  <a:pt x="1987413" y="992033"/>
                </a:lnTo>
                <a:lnTo>
                  <a:pt x="1953791" y="1030286"/>
                </a:lnTo>
                <a:lnTo>
                  <a:pt x="1919884" y="1068201"/>
                </a:lnTo>
                <a:lnTo>
                  <a:pt x="1885696" y="1105780"/>
                </a:lnTo>
                <a:lnTo>
                  <a:pt x="1851228" y="1143020"/>
                </a:lnTo>
                <a:lnTo>
                  <a:pt x="1816483" y="1179921"/>
                </a:lnTo>
                <a:lnTo>
                  <a:pt x="1781465" y="1216483"/>
                </a:lnTo>
                <a:lnTo>
                  <a:pt x="1746174" y="1252704"/>
                </a:lnTo>
                <a:lnTo>
                  <a:pt x="1710615" y="1288584"/>
                </a:lnTo>
                <a:lnTo>
                  <a:pt x="1674789" y="1324123"/>
                </a:lnTo>
                <a:lnTo>
                  <a:pt x="1638700" y="1359319"/>
                </a:lnTo>
                <a:lnTo>
                  <a:pt x="1602349" y="1394172"/>
                </a:lnTo>
                <a:lnTo>
                  <a:pt x="1565739" y="1428681"/>
                </a:lnTo>
                <a:lnTo>
                  <a:pt x="1528873" y="1462845"/>
                </a:lnTo>
                <a:lnTo>
                  <a:pt x="1491754" y="1496665"/>
                </a:lnTo>
                <a:lnTo>
                  <a:pt x="1454383" y="1530138"/>
                </a:lnTo>
                <a:lnTo>
                  <a:pt x="1416764" y="1563264"/>
                </a:lnTo>
                <a:lnTo>
                  <a:pt x="1378900" y="1596043"/>
                </a:lnTo>
                <a:lnTo>
                  <a:pt x="1340791" y="1628474"/>
                </a:lnTo>
                <a:lnTo>
                  <a:pt x="1302442" y="1660556"/>
                </a:lnTo>
                <a:lnTo>
                  <a:pt x="1263855" y="1692288"/>
                </a:lnTo>
                <a:lnTo>
                  <a:pt x="1225032" y="1723670"/>
                </a:lnTo>
                <a:lnTo>
                  <a:pt x="1185976" y="1754701"/>
                </a:lnTo>
                <a:lnTo>
                  <a:pt x="1146690" y="1785381"/>
                </a:lnTo>
                <a:lnTo>
                  <a:pt x="1107175" y="1815707"/>
                </a:lnTo>
                <a:lnTo>
                  <a:pt x="1067435" y="1845681"/>
                </a:lnTo>
                <a:lnTo>
                  <a:pt x="1027473" y="1875301"/>
                </a:lnTo>
                <a:lnTo>
                  <a:pt x="987290" y="1904566"/>
                </a:lnTo>
                <a:lnTo>
                  <a:pt x="946889" y="1933476"/>
                </a:lnTo>
                <a:lnTo>
                  <a:pt x="906273" y="1962030"/>
                </a:lnTo>
                <a:lnTo>
                  <a:pt x="865445" y="1990227"/>
                </a:lnTo>
                <a:lnTo>
                  <a:pt x="824407" y="2018067"/>
                </a:lnTo>
                <a:lnTo>
                  <a:pt x="783161" y="2045549"/>
                </a:lnTo>
                <a:lnTo>
                  <a:pt x="741710" y="2072671"/>
                </a:lnTo>
                <a:lnTo>
                  <a:pt x="700057" y="2099434"/>
                </a:lnTo>
                <a:lnTo>
                  <a:pt x="658205" y="2125837"/>
                </a:lnTo>
                <a:lnTo>
                  <a:pt x="616155" y="2151879"/>
                </a:lnTo>
                <a:lnTo>
                  <a:pt x="573911" y="2177559"/>
                </a:lnTo>
                <a:lnTo>
                  <a:pt x="531474" y="2202877"/>
                </a:lnTo>
                <a:lnTo>
                  <a:pt x="488848" y="2227831"/>
                </a:lnTo>
                <a:lnTo>
                  <a:pt x="446035" y="2252422"/>
                </a:lnTo>
                <a:lnTo>
                  <a:pt x="403038" y="2276648"/>
                </a:lnTo>
                <a:lnTo>
                  <a:pt x="359860" y="2300509"/>
                </a:lnTo>
                <a:lnTo>
                  <a:pt x="316501" y="2324004"/>
                </a:lnTo>
                <a:lnTo>
                  <a:pt x="272967" y="2347132"/>
                </a:lnTo>
                <a:lnTo>
                  <a:pt x="229258" y="2369892"/>
                </a:lnTo>
                <a:lnTo>
                  <a:pt x="185378" y="2392285"/>
                </a:lnTo>
                <a:lnTo>
                  <a:pt x="141329" y="2414308"/>
                </a:lnTo>
                <a:lnTo>
                  <a:pt x="97113" y="2435962"/>
                </a:lnTo>
                <a:lnTo>
                  <a:pt x="52734" y="2457246"/>
                </a:lnTo>
                <a:lnTo>
                  <a:pt x="8193" y="2478159"/>
                </a:lnTo>
                <a:lnTo>
                  <a:pt x="0" y="2481924"/>
                </a:lnTo>
              </a:path>
            </a:pathLst>
          </a:custGeom>
          <a:noFill/>
          <a:ln cap="flat" cmpd="sng" w="9525">
            <a:solidFill>
              <a:srgbClr val="01A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81"/>
          <p:cNvSpPr/>
          <p:nvPr/>
        </p:nvSpPr>
        <p:spPr>
          <a:xfrm>
            <a:off x="824801" y="3608072"/>
            <a:ext cx="917626" cy="917625"/>
          </a:xfrm>
          <a:custGeom>
            <a:rect b="b" l="l" r="r" t="t"/>
            <a:pathLst>
              <a:path extrusionOk="0" h="2016759" w="2016760">
                <a:moveTo>
                  <a:pt x="1023808" y="0"/>
                </a:moveTo>
                <a:lnTo>
                  <a:pt x="978009" y="376"/>
                </a:lnTo>
                <a:lnTo>
                  <a:pt x="932367" y="2824"/>
                </a:lnTo>
                <a:lnTo>
                  <a:pt x="886954" y="7324"/>
                </a:lnTo>
                <a:lnTo>
                  <a:pt x="841842" y="13858"/>
                </a:lnTo>
                <a:lnTo>
                  <a:pt x="797103" y="22407"/>
                </a:lnTo>
                <a:lnTo>
                  <a:pt x="752809" y="32951"/>
                </a:lnTo>
                <a:lnTo>
                  <a:pt x="709033" y="45473"/>
                </a:lnTo>
                <a:lnTo>
                  <a:pt x="665847" y="59952"/>
                </a:lnTo>
                <a:lnTo>
                  <a:pt x="623324" y="76370"/>
                </a:lnTo>
                <a:lnTo>
                  <a:pt x="581534" y="94709"/>
                </a:lnTo>
                <a:lnTo>
                  <a:pt x="540552" y="114948"/>
                </a:lnTo>
                <a:lnTo>
                  <a:pt x="500449" y="137070"/>
                </a:lnTo>
                <a:lnTo>
                  <a:pt x="461296" y="161055"/>
                </a:lnTo>
                <a:lnTo>
                  <a:pt x="423168" y="186884"/>
                </a:lnTo>
                <a:lnTo>
                  <a:pt x="386135" y="214539"/>
                </a:lnTo>
                <a:lnTo>
                  <a:pt x="350270" y="244001"/>
                </a:lnTo>
                <a:lnTo>
                  <a:pt x="315645" y="275250"/>
                </a:lnTo>
                <a:lnTo>
                  <a:pt x="282333" y="308267"/>
                </a:lnTo>
                <a:lnTo>
                  <a:pt x="250406" y="343035"/>
                </a:lnTo>
                <a:lnTo>
                  <a:pt x="219935" y="379533"/>
                </a:lnTo>
                <a:lnTo>
                  <a:pt x="190994" y="417743"/>
                </a:lnTo>
                <a:lnTo>
                  <a:pt x="163655" y="457646"/>
                </a:lnTo>
                <a:lnTo>
                  <a:pt x="137989" y="499224"/>
                </a:lnTo>
                <a:lnTo>
                  <a:pt x="114330" y="541975"/>
                </a:lnTo>
                <a:lnTo>
                  <a:pt x="92951" y="585365"/>
                </a:lnTo>
                <a:lnTo>
                  <a:pt x="73832" y="629320"/>
                </a:lnTo>
                <a:lnTo>
                  <a:pt x="56956" y="673769"/>
                </a:lnTo>
                <a:lnTo>
                  <a:pt x="42302" y="718640"/>
                </a:lnTo>
                <a:lnTo>
                  <a:pt x="29852" y="763860"/>
                </a:lnTo>
                <a:lnTo>
                  <a:pt x="19587" y="809358"/>
                </a:lnTo>
                <a:lnTo>
                  <a:pt x="11488" y="855060"/>
                </a:lnTo>
                <a:lnTo>
                  <a:pt x="5537" y="900894"/>
                </a:lnTo>
                <a:lnTo>
                  <a:pt x="1714" y="946789"/>
                </a:lnTo>
                <a:lnTo>
                  <a:pt x="0" y="992671"/>
                </a:lnTo>
                <a:lnTo>
                  <a:pt x="376" y="1038470"/>
                </a:lnTo>
                <a:lnTo>
                  <a:pt x="2824" y="1084112"/>
                </a:lnTo>
                <a:lnTo>
                  <a:pt x="7324" y="1129525"/>
                </a:lnTo>
                <a:lnTo>
                  <a:pt x="13858" y="1174638"/>
                </a:lnTo>
                <a:lnTo>
                  <a:pt x="22407" y="1219377"/>
                </a:lnTo>
                <a:lnTo>
                  <a:pt x="32951" y="1263670"/>
                </a:lnTo>
                <a:lnTo>
                  <a:pt x="45473" y="1307446"/>
                </a:lnTo>
                <a:lnTo>
                  <a:pt x="59952" y="1350632"/>
                </a:lnTo>
                <a:lnTo>
                  <a:pt x="76370" y="1393156"/>
                </a:lnTo>
                <a:lnTo>
                  <a:pt x="94709" y="1434945"/>
                </a:lnTo>
                <a:lnTo>
                  <a:pt x="114948" y="1475927"/>
                </a:lnTo>
                <a:lnTo>
                  <a:pt x="137070" y="1516031"/>
                </a:lnTo>
                <a:lnTo>
                  <a:pt x="161055" y="1555183"/>
                </a:lnTo>
                <a:lnTo>
                  <a:pt x="186884" y="1593312"/>
                </a:lnTo>
                <a:lnTo>
                  <a:pt x="214539" y="1630344"/>
                </a:lnTo>
                <a:lnTo>
                  <a:pt x="244001" y="1666209"/>
                </a:lnTo>
                <a:lnTo>
                  <a:pt x="275250" y="1700834"/>
                </a:lnTo>
                <a:lnTo>
                  <a:pt x="308267" y="1734146"/>
                </a:lnTo>
                <a:lnTo>
                  <a:pt x="343035" y="1766074"/>
                </a:lnTo>
                <a:lnTo>
                  <a:pt x="379533" y="1796544"/>
                </a:lnTo>
                <a:lnTo>
                  <a:pt x="417743" y="1825485"/>
                </a:lnTo>
                <a:lnTo>
                  <a:pt x="457646" y="1852825"/>
                </a:lnTo>
                <a:lnTo>
                  <a:pt x="499224" y="1878491"/>
                </a:lnTo>
                <a:lnTo>
                  <a:pt x="541975" y="1902149"/>
                </a:lnTo>
                <a:lnTo>
                  <a:pt x="585365" y="1923529"/>
                </a:lnTo>
                <a:lnTo>
                  <a:pt x="629320" y="1942647"/>
                </a:lnTo>
                <a:lnTo>
                  <a:pt x="673769" y="1959524"/>
                </a:lnTo>
                <a:lnTo>
                  <a:pt x="718640" y="1974178"/>
                </a:lnTo>
                <a:lnTo>
                  <a:pt x="763860" y="1986627"/>
                </a:lnTo>
                <a:lnTo>
                  <a:pt x="809358" y="1996892"/>
                </a:lnTo>
                <a:lnTo>
                  <a:pt x="855060" y="2004991"/>
                </a:lnTo>
                <a:lnTo>
                  <a:pt x="900894" y="2010943"/>
                </a:lnTo>
                <a:lnTo>
                  <a:pt x="946789" y="2014766"/>
                </a:lnTo>
                <a:lnTo>
                  <a:pt x="992671" y="2016480"/>
                </a:lnTo>
                <a:lnTo>
                  <a:pt x="1038470" y="2016104"/>
                </a:lnTo>
                <a:lnTo>
                  <a:pt x="1084112" y="2013656"/>
                </a:lnTo>
                <a:lnTo>
                  <a:pt x="1129525" y="2009155"/>
                </a:lnTo>
                <a:lnTo>
                  <a:pt x="1174638" y="2002621"/>
                </a:lnTo>
                <a:lnTo>
                  <a:pt x="1219377" y="1994073"/>
                </a:lnTo>
                <a:lnTo>
                  <a:pt x="1263670" y="1983528"/>
                </a:lnTo>
                <a:lnTo>
                  <a:pt x="1307446" y="1971007"/>
                </a:lnTo>
                <a:lnTo>
                  <a:pt x="1350632" y="1956527"/>
                </a:lnTo>
                <a:lnTo>
                  <a:pt x="1393156" y="1940109"/>
                </a:lnTo>
                <a:lnTo>
                  <a:pt x="1434945" y="1921771"/>
                </a:lnTo>
                <a:lnTo>
                  <a:pt x="1475927" y="1901531"/>
                </a:lnTo>
                <a:lnTo>
                  <a:pt x="1516031" y="1879410"/>
                </a:lnTo>
                <a:lnTo>
                  <a:pt x="1555183" y="1855425"/>
                </a:lnTo>
                <a:lnTo>
                  <a:pt x="1593312" y="1829595"/>
                </a:lnTo>
                <a:lnTo>
                  <a:pt x="1630344" y="1801940"/>
                </a:lnTo>
                <a:lnTo>
                  <a:pt x="1666209" y="1772479"/>
                </a:lnTo>
                <a:lnTo>
                  <a:pt x="1700834" y="1741230"/>
                </a:lnTo>
                <a:lnTo>
                  <a:pt x="1734146" y="1708212"/>
                </a:lnTo>
                <a:lnTo>
                  <a:pt x="1766074" y="1673445"/>
                </a:lnTo>
                <a:lnTo>
                  <a:pt x="1796544" y="1636946"/>
                </a:lnTo>
                <a:lnTo>
                  <a:pt x="1825485" y="1598736"/>
                </a:lnTo>
                <a:lnTo>
                  <a:pt x="1852825" y="1558833"/>
                </a:lnTo>
                <a:lnTo>
                  <a:pt x="1878491" y="1517256"/>
                </a:lnTo>
                <a:lnTo>
                  <a:pt x="1902149" y="1474504"/>
                </a:lnTo>
                <a:lnTo>
                  <a:pt x="1923529" y="1431115"/>
                </a:lnTo>
                <a:lnTo>
                  <a:pt x="1942647" y="1387159"/>
                </a:lnTo>
                <a:lnTo>
                  <a:pt x="1959524" y="1342710"/>
                </a:lnTo>
                <a:lnTo>
                  <a:pt x="1974178" y="1297839"/>
                </a:lnTo>
                <a:lnTo>
                  <a:pt x="1986627" y="1252619"/>
                </a:lnTo>
                <a:lnTo>
                  <a:pt x="1996892" y="1207122"/>
                </a:lnTo>
                <a:lnTo>
                  <a:pt x="2004991" y="1161420"/>
                </a:lnTo>
                <a:lnTo>
                  <a:pt x="2010943" y="1115585"/>
                </a:lnTo>
                <a:lnTo>
                  <a:pt x="2014766" y="1069691"/>
                </a:lnTo>
                <a:lnTo>
                  <a:pt x="2016480" y="1023808"/>
                </a:lnTo>
                <a:lnTo>
                  <a:pt x="2016104" y="978009"/>
                </a:lnTo>
                <a:lnTo>
                  <a:pt x="2013656" y="932367"/>
                </a:lnTo>
                <a:lnTo>
                  <a:pt x="2009155" y="886954"/>
                </a:lnTo>
                <a:lnTo>
                  <a:pt x="2002621" y="841842"/>
                </a:lnTo>
                <a:lnTo>
                  <a:pt x="1994073" y="797103"/>
                </a:lnTo>
                <a:lnTo>
                  <a:pt x="1983528" y="752809"/>
                </a:lnTo>
                <a:lnTo>
                  <a:pt x="1971007" y="709033"/>
                </a:lnTo>
                <a:lnTo>
                  <a:pt x="1956527" y="665847"/>
                </a:lnTo>
                <a:lnTo>
                  <a:pt x="1940109" y="623324"/>
                </a:lnTo>
                <a:lnTo>
                  <a:pt x="1921771" y="581534"/>
                </a:lnTo>
                <a:lnTo>
                  <a:pt x="1901531" y="540552"/>
                </a:lnTo>
                <a:lnTo>
                  <a:pt x="1879410" y="500449"/>
                </a:lnTo>
                <a:lnTo>
                  <a:pt x="1855425" y="461296"/>
                </a:lnTo>
                <a:lnTo>
                  <a:pt x="1829595" y="423168"/>
                </a:lnTo>
                <a:lnTo>
                  <a:pt x="1801940" y="386135"/>
                </a:lnTo>
                <a:lnTo>
                  <a:pt x="1772479" y="350270"/>
                </a:lnTo>
                <a:lnTo>
                  <a:pt x="1741230" y="315645"/>
                </a:lnTo>
                <a:lnTo>
                  <a:pt x="1708212" y="282333"/>
                </a:lnTo>
                <a:lnTo>
                  <a:pt x="1673445" y="250406"/>
                </a:lnTo>
                <a:lnTo>
                  <a:pt x="1636946" y="219935"/>
                </a:lnTo>
                <a:lnTo>
                  <a:pt x="1598736" y="190994"/>
                </a:lnTo>
                <a:lnTo>
                  <a:pt x="1558833" y="163655"/>
                </a:lnTo>
                <a:lnTo>
                  <a:pt x="1517256" y="137989"/>
                </a:lnTo>
                <a:lnTo>
                  <a:pt x="1474504" y="114330"/>
                </a:lnTo>
                <a:lnTo>
                  <a:pt x="1431115" y="92951"/>
                </a:lnTo>
                <a:lnTo>
                  <a:pt x="1387159" y="73832"/>
                </a:lnTo>
                <a:lnTo>
                  <a:pt x="1342710" y="56956"/>
                </a:lnTo>
                <a:lnTo>
                  <a:pt x="1297839" y="42302"/>
                </a:lnTo>
                <a:lnTo>
                  <a:pt x="1252619" y="29852"/>
                </a:lnTo>
                <a:lnTo>
                  <a:pt x="1207122" y="19587"/>
                </a:lnTo>
                <a:lnTo>
                  <a:pt x="1161420" y="11488"/>
                </a:lnTo>
                <a:lnTo>
                  <a:pt x="1115585" y="5537"/>
                </a:lnTo>
                <a:lnTo>
                  <a:pt x="1069691" y="1714"/>
                </a:lnTo>
                <a:lnTo>
                  <a:pt x="1023808" y="0"/>
                </a:lnTo>
                <a:close/>
              </a:path>
            </a:pathLst>
          </a:custGeom>
          <a:solidFill>
            <a:srgbClr val="126B8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81"/>
          <p:cNvSpPr/>
          <p:nvPr/>
        </p:nvSpPr>
        <p:spPr>
          <a:xfrm>
            <a:off x="1052077" y="4094473"/>
            <a:ext cx="462858" cy="246164"/>
          </a:xfrm>
          <a:custGeom>
            <a:rect b="b" l="l" r="r" t="t"/>
            <a:pathLst>
              <a:path extrusionOk="0" h="541020" w="1017270">
                <a:moveTo>
                  <a:pt x="137838" y="0"/>
                </a:moveTo>
                <a:lnTo>
                  <a:pt x="94938" y="6736"/>
                </a:lnTo>
                <a:lnTo>
                  <a:pt x="57625" y="25840"/>
                </a:lnTo>
                <a:lnTo>
                  <a:pt x="28141" y="55083"/>
                </a:lnTo>
                <a:lnTo>
                  <a:pt x="8733" y="92240"/>
                </a:lnTo>
                <a:lnTo>
                  <a:pt x="1643" y="135084"/>
                </a:lnTo>
                <a:lnTo>
                  <a:pt x="0" y="536318"/>
                </a:lnTo>
                <a:lnTo>
                  <a:pt x="1015550" y="540465"/>
                </a:lnTo>
                <a:lnTo>
                  <a:pt x="1017194" y="139241"/>
                </a:lnTo>
                <a:lnTo>
                  <a:pt x="1010453" y="96336"/>
                </a:lnTo>
                <a:lnTo>
                  <a:pt x="991348" y="59019"/>
                </a:lnTo>
                <a:lnTo>
                  <a:pt x="962104" y="29535"/>
                </a:lnTo>
                <a:lnTo>
                  <a:pt x="924946" y="10126"/>
                </a:lnTo>
                <a:lnTo>
                  <a:pt x="882098" y="3036"/>
                </a:lnTo>
                <a:lnTo>
                  <a:pt x="137838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81"/>
          <p:cNvSpPr/>
          <p:nvPr/>
        </p:nvSpPr>
        <p:spPr>
          <a:xfrm>
            <a:off x="1217006" y="3918959"/>
            <a:ext cx="134928" cy="251943"/>
          </a:xfrm>
          <a:custGeom>
            <a:rect b="b" l="l" r="r" t="t"/>
            <a:pathLst>
              <a:path extrusionOk="0" h="553720" w="296544">
                <a:moveTo>
                  <a:pt x="1884" y="0"/>
                </a:moveTo>
                <a:lnTo>
                  <a:pt x="0" y="460404"/>
                </a:lnTo>
                <a:lnTo>
                  <a:pt x="26736" y="525707"/>
                </a:lnTo>
                <a:lnTo>
                  <a:pt x="91819" y="552977"/>
                </a:lnTo>
                <a:lnTo>
                  <a:pt x="201543" y="553428"/>
                </a:lnTo>
                <a:lnTo>
                  <a:pt x="237460" y="546330"/>
                </a:lnTo>
                <a:lnTo>
                  <a:pt x="266846" y="526690"/>
                </a:lnTo>
                <a:lnTo>
                  <a:pt x="286724" y="497462"/>
                </a:lnTo>
                <a:lnTo>
                  <a:pt x="294116" y="461598"/>
                </a:lnTo>
                <a:lnTo>
                  <a:pt x="296001" y="1214"/>
                </a:lnTo>
                <a:lnTo>
                  <a:pt x="188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81"/>
          <p:cNvSpPr/>
          <p:nvPr/>
        </p:nvSpPr>
        <p:spPr>
          <a:xfrm>
            <a:off x="1158627" y="3815057"/>
            <a:ext cx="252232" cy="252231"/>
          </a:xfrm>
          <a:custGeom>
            <a:rect b="b" l="l" r="r" t="t"/>
            <a:pathLst>
              <a:path extrusionOk="0" h="554354" w="554355">
                <a:moveTo>
                  <a:pt x="83599" y="0"/>
                </a:moveTo>
                <a:lnTo>
                  <a:pt x="25750" y="23691"/>
                </a:lnTo>
                <a:lnTo>
                  <a:pt x="1591" y="81348"/>
                </a:lnTo>
                <a:lnTo>
                  <a:pt x="0" y="470603"/>
                </a:lnTo>
                <a:lnTo>
                  <a:pt x="6292" y="502414"/>
                </a:lnTo>
                <a:lnTo>
                  <a:pt x="23690" y="528443"/>
                </a:lnTo>
                <a:lnTo>
                  <a:pt x="49578" y="546051"/>
                </a:lnTo>
                <a:lnTo>
                  <a:pt x="81337" y="552600"/>
                </a:lnTo>
                <a:lnTo>
                  <a:pt x="470593" y="554192"/>
                </a:lnTo>
                <a:lnTo>
                  <a:pt x="502410" y="547906"/>
                </a:lnTo>
                <a:lnTo>
                  <a:pt x="528442" y="530510"/>
                </a:lnTo>
                <a:lnTo>
                  <a:pt x="546051" y="504620"/>
                </a:lnTo>
                <a:lnTo>
                  <a:pt x="552600" y="472854"/>
                </a:lnTo>
                <a:lnTo>
                  <a:pt x="554182" y="83610"/>
                </a:lnTo>
                <a:lnTo>
                  <a:pt x="547896" y="51791"/>
                </a:lnTo>
                <a:lnTo>
                  <a:pt x="530500" y="25757"/>
                </a:lnTo>
                <a:lnTo>
                  <a:pt x="504614" y="8147"/>
                </a:lnTo>
                <a:lnTo>
                  <a:pt x="472854" y="1602"/>
                </a:lnTo>
                <a:lnTo>
                  <a:pt x="83599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81"/>
          <p:cNvSpPr/>
          <p:nvPr/>
        </p:nvSpPr>
        <p:spPr>
          <a:xfrm>
            <a:off x="1156935" y="3792941"/>
            <a:ext cx="275346" cy="98523"/>
          </a:xfrm>
          <a:custGeom>
            <a:rect b="b" l="l" r="r" t="t"/>
            <a:pathLst>
              <a:path extrusionOk="0" h="216534" w="605155">
                <a:moveTo>
                  <a:pt x="67924" y="0"/>
                </a:moveTo>
                <a:lnTo>
                  <a:pt x="20241" y="19517"/>
                </a:lnTo>
                <a:lnTo>
                  <a:pt x="335" y="67024"/>
                </a:lnTo>
                <a:lnTo>
                  <a:pt x="0" y="147147"/>
                </a:lnTo>
                <a:lnTo>
                  <a:pt x="5185" y="173361"/>
                </a:lnTo>
                <a:lnTo>
                  <a:pt x="19524" y="194813"/>
                </a:lnTo>
                <a:lnTo>
                  <a:pt x="40862" y="209326"/>
                </a:lnTo>
                <a:lnTo>
                  <a:pt x="67045" y="214726"/>
                </a:lnTo>
                <a:lnTo>
                  <a:pt x="469158" y="216370"/>
                </a:lnTo>
                <a:lnTo>
                  <a:pt x="511738" y="209680"/>
                </a:lnTo>
                <a:lnTo>
                  <a:pt x="548771" y="190720"/>
                </a:lnTo>
                <a:lnTo>
                  <a:pt x="578030" y="161697"/>
                </a:lnTo>
                <a:lnTo>
                  <a:pt x="597290" y="124821"/>
                </a:lnTo>
                <a:lnTo>
                  <a:pt x="604327" y="82301"/>
                </a:lnTo>
                <a:lnTo>
                  <a:pt x="604662" y="2188"/>
                </a:lnTo>
                <a:lnTo>
                  <a:pt x="67924" y="0"/>
                </a:lnTo>
                <a:close/>
              </a:path>
            </a:pathLst>
          </a:custGeom>
          <a:solidFill>
            <a:srgbClr val="126B8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81"/>
          <p:cNvSpPr/>
          <p:nvPr/>
        </p:nvSpPr>
        <p:spPr>
          <a:xfrm>
            <a:off x="1245197" y="3962058"/>
            <a:ext cx="78600" cy="435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9" name="Google Shape;779;p81"/>
          <p:cNvGrpSpPr/>
          <p:nvPr/>
        </p:nvGrpSpPr>
        <p:grpSpPr>
          <a:xfrm>
            <a:off x="7234256" y="3638882"/>
            <a:ext cx="1910548" cy="1445347"/>
            <a:chOff x="14468512" y="7277763"/>
            <a:chExt cx="3821095" cy="2890693"/>
          </a:xfrm>
        </p:grpSpPr>
        <p:sp>
          <p:nvSpPr>
            <p:cNvPr id="780" name="Google Shape;780;p81"/>
            <p:cNvSpPr/>
            <p:nvPr/>
          </p:nvSpPr>
          <p:spPr>
            <a:xfrm>
              <a:off x="15342572" y="8151760"/>
              <a:ext cx="2947035" cy="2016696"/>
            </a:xfrm>
            <a:custGeom>
              <a:rect b="b" l="l" r="r" t="t"/>
              <a:pathLst>
                <a:path extrusionOk="0" h="2216150" w="3238500">
                  <a:moveTo>
                    <a:pt x="0" y="0"/>
                  </a:moveTo>
                  <a:lnTo>
                    <a:pt x="49017" y="14362"/>
                  </a:lnTo>
                  <a:lnTo>
                    <a:pt x="97828" y="29090"/>
                  </a:lnTo>
                  <a:lnTo>
                    <a:pt x="146432" y="44181"/>
                  </a:lnTo>
                  <a:lnTo>
                    <a:pt x="194827" y="59633"/>
                  </a:lnTo>
                  <a:lnTo>
                    <a:pt x="243013" y="75444"/>
                  </a:lnTo>
                  <a:lnTo>
                    <a:pt x="290989" y="91612"/>
                  </a:lnTo>
                  <a:lnTo>
                    <a:pt x="338753" y="108135"/>
                  </a:lnTo>
                  <a:lnTo>
                    <a:pt x="386305" y="125012"/>
                  </a:lnTo>
                  <a:lnTo>
                    <a:pt x="433643" y="142240"/>
                  </a:lnTo>
                  <a:lnTo>
                    <a:pt x="480766" y="159818"/>
                  </a:lnTo>
                  <a:lnTo>
                    <a:pt x="527674" y="177743"/>
                  </a:lnTo>
                  <a:lnTo>
                    <a:pt x="574365" y="196014"/>
                  </a:lnTo>
                  <a:lnTo>
                    <a:pt x="620838" y="214628"/>
                  </a:lnTo>
                  <a:lnTo>
                    <a:pt x="667092" y="233584"/>
                  </a:lnTo>
                  <a:lnTo>
                    <a:pt x="713126" y="252880"/>
                  </a:lnTo>
                  <a:lnTo>
                    <a:pt x="758939" y="272513"/>
                  </a:lnTo>
                  <a:lnTo>
                    <a:pt x="804530" y="292483"/>
                  </a:lnTo>
                  <a:lnTo>
                    <a:pt x="849898" y="312786"/>
                  </a:lnTo>
                  <a:lnTo>
                    <a:pt x="895042" y="333421"/>
                  </a:lnTo>
                  <a:lnTo>
                    <a:pt x="939960" y="354387"/>
                  </a:lnTo>
                  <a:lnTo>
                    <a:pt x="986021" y="376340"/>
                  </a:lnTo>
                  <a:lnTo>
                    <a:pt x="1031840" y="398640"/>
                  </a:lnTo>
                  <a:lnTo>
                    <a:pt x="1077416" y="421285"/>
                  </a:lnTo>
                  <a:lnTo>
                    <a:pt x="1122747" y="444272"/>
                  </a:lnTo>
                  <a:lnTo>
                    <a:pt x="1167834" y="467600"/>
                  </a:lnTo>
                  <a:lnTo>
                    <a:pt x="1212674" y="491266"/>
                  </a:lnTo>
                  <a:lnTo>
                    <a:pt x="1257266" y="515269"/>
                  </a:lnTo>
                  <a:lnTo>
                    <a:pt x="1301610" y="539605"/>
                  </a:lnTo>
                  <a:lnTo>
                    <a:pt x="1345704" y="564273"/>
                  </a:lnTo>
                  <a:lnTo>
                    <a:pt x="1389547" y="589272"/>
                  </a:lnTo>
                  <a:lnTo>
                    <a:pt x="1433137" y="614598"/>
                  </a:lnTo>
                  <a:lnTo>
                    <a:pt x="1476474" y="640250"/>
                  </a:lnTo>
                  <a:lnTo>
                    <a:pt x="1519557" y="666225"/>
                  </a:lnTo>
                  <a:lnTo>
                    <a:pt x="1562384" y="692522"/>
                  </a:lnTo>
                  <a:lnTo>
                    <a:pt x="1604954" y="719139"/>
                  </a:lnTo>
                  <a:lnTo>
                    <a:pt x="1647267" y="746072"/>
                  </a:lnTo>
                  <a:lnTo>
                    <a:pt x="1689320" y="773321"/>
                  </a:lnTo>
                  <a:lnTo>
                    <a:pt x="1731112" y="800883"/>
                  </a:lnTo>
                  <a:lnTo>
                    <a:pt x="1772643" y="828757"/>
                  </a:lnTo>
                  <a:lnTo>
                    <a:pt x="1813912" y="856939"/>
                  </a:lnTo>
                  <a:lnTo>
                    <a:pt x="1854917" y="885428"/>
                  </a:lnTo>
                  <a:lnTo>
                    <a:pt x="1895657" y="914221"/>
                  </a:lnTo>
                  <a:lnTo>
                    <a:pt x="1936130" y="943317"/>
                  </a:lnTo>
                  <a:lnTo>
                    <a:pt x="1976337" y="972714"/>
                  </a:lnTo>
                  <a:lnTo>
                    <a:pt x="2016275" y="1002409"/>
                  </a:lnTo>
                  <a:lnTo>
                    <a:pt x="2055943" y="1032401"/>
                  </a:lnTo>
                  <a:lnTo>
                    <a:pt x="2095341" y="1062686"/>
                  </a:lnTo>
                  <a:lnTo>
                    <a:pt x="2134467" y="1093264"/>
                  </a:lnTo>
                  <a:lnTo>
                    <a:pt x="2173319" y="1124132"/>
                  </a:lnTo>
                  <a:lnTo>
                    <a:pt x="2211898" y="1155288"/>
                  </a:lnTo>
                  <a:lnTo>
                    <a:pt x="2250201" y="1186730"/>
                  </a:lnTo>
                  <a:lnTo>
                    <a:pt x="2288228" y="1218455"/>
                  </a:lnTo>
                  <a:lnTo>
                    <a:pt x="2325976" y="1250462"/>
                  </a:lnTo>
                  <a:lnTo>
                    <a:pt x="2363446" y="1282749"/>
                  </a:lnTo>
                  <a:lnTo>
                    <a:pt x="2400636" y="1315313"/>
                  </a:lnTo>
                  <a:lnTo>
                    <a:pt x="2437545" y="1348152"/>
                  </a:lnTo>
                  <a:lnTo>
                    <a:pt x="2474172" y="1381265"/>
                  </a:lnTo>
                  <a:lnTo>
                    <a:pt x="2510515" y="1414648"/>
                  </a:lnTo>
                  <a:lnTo>
                    <a:pt x="2546573" y="1448301"/>
                  </a:lnTo>
                  <a:lnTo>
                    <a:pt x="2582345" y="1482221"/>
                  </a:lnTo>
                  <a:lnTo>
                    <a:pt x="2617831" y="1516405"/>
                  </a:lnTo>
                  <a:lnTo>
                    <a:pt x="2653028" y="1550852"/>
                  </a:lnTo>
                  <a:lnTo>
                    <a:pt x="2687937" y="1585560"/>
                  </a:lnTo>
                  <a:lnTo>
                    <a:pt x="2722554" y="1620527"/>
                  </a:lnTo>
                  <a:lnTo>
                    <a:pt x="2756880" y="1655750"/>
                  </a:lnTo>
                  <a:lnTo>
                    <a:pt x="2790914" y="1691227"/>
                  </a:lnTo>
                  <a:lnTo>
                    <a:pt x="2824653" y="1726956"/>
                  </a:lnTo>
                  <a:lnTo>
                    <a:pt x="2858097" y="1762936"/>
                  </a:lnTo>
                  <a:lnTo>
                    <a:pt x="2891245" y="1799163"/>
                  </a:lnTo>
                  <a:lnTo>
                    <a:pt x="2924096" y="1835637"/>
                  </a:lnTo>
                  <a:lnTo>
                    <a:pt x="2956648" y="1872354"/>
                  </a:lnTo>
                  <a:lnTo>
                    <a:pt x="2988901" y="1909314"/>
                  </a:lnTo>
                  <a:lnTo>
                    <a:pt x="3020852" y="1946512"/>
                  </a:lnTo>
                  <a:lnTo>
                    <a:pt x="3052502" y="1983949"/>
                  </a:lnTo>
                  <a:lnTo>
                    <a:pt x="3083848" y="2021621"/>
                  </a:lnTo>
                  <a:lnTo>
                    <a:pt x="3114890" y="2059526"/>
                  </a:lnTo>
                  <a:lnTo>
                    <a:pt x="3145627" y="2097662"/>
                  </a:lnTo>
                  <a:lnTo>
                    <a:pt x="3176056" y="2136028"/>
                  </a:lnTo>
                  <a:lnTo>
                    <a:pt x="3206178" y="2174620"/>
                  </a:lnTo>
                  <a:lnTo>
                    <a:pt x="3235991" y="2213438"/>
                  </a:lnTo>
                  <a:lnTo>
                    <a:pt x="3237924" y="2215995"/>
                  </a:lnTo>
                </a:path>
              </a:pathLst>
            </a:custGeom>
            <a:noFill/>
            <a:ln cap="flat" cmpd="sng" w="9525">
              <a:solidFill>
                <a:srgbClr val="146B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81"/>
            <p:cNvSpPr/>
            <p:nvPr/>
          </p:nvSpPr>
          <p:spPr>
            <a:xfrm>
              <a:off x="16356964" y="7361193"/>
              <a:ext cx="599230" cy="1342923"/>
            </a:xfrm>
            <a:custGeom>
              <a:rect b="b" l="l" r="r" t="t"/>
              <a:pathLst>
                <a:path extrusionOk="0" h="1475740" w="658494">
                  <a:moveTo>
                    <a:pt x="134773" y="0"/>
                  </a:moveTo>
                  <a:lnTo>
                    <a:pt x="103753" y="61989"/>
                  </a:lnTo>
                  <a:lnTo>
                    <a:pt x="84482" y="105786"/>
                  </a:lnTo>
                  <a:lnTo>
                    <a:pt x="67227" y="150031"/>
                  </a:lnTo>
                  <a:lnTo>
                    <a:pt x="51974" y="194667"/>
                  </a:lnTo>
                  <a:lnTo>
                    <a:pt x="38707" y="239636"/>
                  </a:lnTo>
                  <a:lnTo>
                    <a:pt x="27413" y="284879"/>
                  </a:lnTo>
                  <a:lnTo>
                    <a:pt x="18075" y="330337"/>
                  </a:lnTo>
                  <a:lnTo>
                    <a:pt x="10680" y="375953"/>
                  </a:lnTo>
                  <a:lnTo>
                    <a:pt x="5213" y="421668"/>
                  </a:lnTo>
                  <a:lnTo>
                    <a:pt x="1657" y="467424"/>
                  </a:lnTo>
                  <a:lnTo>
                    <a:pt x="0" y="513162"/>
                  </a:lnTo>
                  <a:lnTo>
                    <a:pt x="225" y="558824"/>
                  </a:lnTo>
                  <a:lnTo>
                    <a:pt x="2317" y="604352"/>
                  </a:lnTo>
                  <a:lnTo>
                    <a:pt x="6263" y="649687"/>
                  </a:lnTo>
                  <a:lnTo>
                    <a:pt x="12047" y="694772"/>
                  </a:lnTo>
                  <a:lnTo>
                    <a:pt x="19655" y="739547"/>
                  </a:lnTo>
                  <a:lnTo>
                    <a:pt x="29070" y="783954"/>
                  </a:lnTo>
                  <a:lnTo>
                    <a:pt x="40280" y="827935"/>
                  </a:lnTo>
                  <a:lnTo>
                    <a:pt x="53267" y="871432"/>
                  </a:lnTo>
                  <a:lnTo>
                    <a:pt x="68019" y="914386"/>
                  </a:lnTo>
                  <a:lnTo>
                    <a:pt x="84520" y="956738"/>
                  </a:lnTo>
                  <a:lnTo>
                    <a:pt x="102754" y="998432"/>
                  </a:lnTo>
                  <a:lnTo>
                    <a:pt x="122708" y="1039408"/>
                  </a:lnTo>
                  <a:lnTo>
                    <a:pt x="144366" y="1079607"/>
                  </a:lnTo>
                  <a:lnTo>
                    <a:pt x="167714" y="1118972"/>
                  </a:lnTo>
                  <a:lnTo>
                    <a:pt x="192736" y="1157445"/>
                  </a:lnTo>
                  <a:lnTo>
                    <a:pt x="219417" y="1194966"/>
                  </a:lnTo>
                  <a:lnTo>
                    <a:pt x="247744" y="1231478"/>
                  </a:lnTo>
                  <a:lnTo>
                    <a:pt x="277700" y="1266921"/>
                  </a:lnTo>
                  <a:lnTo>
                    <a:pt x="309272" y="1301239"/>
                  </a:lnTo>
                  <a:lnTo>
                    <a:pt x="342444" y="1334372"/>
                  </a:lnTo>
                  <a:lnTo>
                    <a:pt x="377201" y="1366262"/>
                  </a:lnTo>
                  <a:lnTo>
                    <a:pt x="413529" y="1396851"/>
                  </a:lnTo>
                  <a:lnTo>
                    <a:pt x="451412" y="1426081"/>
                  </a:lnTo>
                  <a:lnTo>
                    <a:pt x="490836" y="1453892"/>
                  </a:lnTo>
                  <a:lnTo>
                    <a:pt x="522971" y="1475546"/>
                  </a:lnTo>
                  <a:lnTo>
                    <a:pt x="545113" y="1432678"/>
                  </a:lnTo>
                  <a:lnTo>
                    <a:pt x="565230" y="1389277"/>
                  </a:lnTo>
                  <a:lnTo>
                    <a:pt x="583337" y="1345399"/>
                  </a:lnTo>
                  <a:lnTo>
                    <a:pt x="599450" y="1301104"/>
                  </a:lnTo>
                  <a:lnTo>
                    <a:pt x="613582" y="1256449"/>
                  </a:lnTo>
                  <a:lnTo>
                    <a:pt x="625748" y="1211491"/>
                  </a:lnTo>
                  <a:lnTo>
                    <a:pt x="635964" y="1166290"/>
                  </a:lnTo>
                  <a:lnTo>
                    <a:pt x="644244" y="1120903"/>
                  </a:lnTo>
                  <a:lnTo>
                    <a:pt x="650602" y="1075387"/>
                  </a:lnTo>
                  <a:lnTo>
                    <a:pt x="655054" y="1029802"/>
                  </a:lnTo>
                  <a:lnTo>
                    <a:pt x="657614" y="984204"/>
                  </a:lnTo>
                  <a:lnTo>
                    <a:pt x="658297" y="938652"/>
                  </a:lnTo>
                  <a:lnTo>
                    <a:pt x="657118" y="893204"/>
                  </a:lnTo>
                  <a:lnTo>
                    <a:pt x="654091" y="847917"/>
                  </a:lnTo>
                  <a:lnTo>
                    <a:pt x="649232" y="802850"/>
                  </a:lnTo>
                  <a:lnTo>
                    <a:pt x="642554" y="758060"/>
                  </a:lnTo>
                  <a:lnTo>
                    <a:pt x="634074" y="713606"/>
                  </a:lnTo>
                  <a:lnTo>
                    <a:pt x="623804" y="669546"/>
                  </a:lnTo>
                  <a:lnTo>
                    <a:pt x="611761" y="625937"/>
                  </a:lnTo>
                  <a:lnTo>
                    <a:pt x="597959" y="582837"/>
                  </a:lnTo>
                  <a:lnTo>
                    <a:pt x="582413" y="540305"/>
                  </a:lnTo>
                  <a:lnTo>
                    <a:pt x="565137" y="498398"/>
                  </a:lnTo>
                  <a:lnTo>
                    <a:pt x="546146" y="457174"/>
                  </a:lnTo>
                  <a:lnTo>
                    <a:pt x="525455" y="416691"/>
                  </a:lnTo>
                  <a:lnTo>
                    <a:pt x="503079" y="377008"/>
                  </a:lnTo>
                  <a:lnTo>
                    <a:pt x="479033" y="338182"/>
                  </a:lnTo>
                  <a:lnTo>
                    <a:pt x="453331" y="300271"/>
                  </a:lnTo>
                  <a:lnTo>
                    <a:pt x="425987" y="263332"/>
                  </a:lnTo>
                  <a:lnTo>
                    <a:pt x="397018" y="227425"/>
                  </a:lnTo>
                  <a:lnTo>
                    <a:pt x="366437" y="192607"/>
                  </a:lnTo>
                  <a:lnTo>
                    <a:pt x="334259" y="158936"/>
                  </a:lnTo>
                  <a:lnTo>
                    <a:pt x="300499" y="126469"/>
                  </a:lnTo>
                  <a:lnTo>
                    <a:pt x="265172" y="95265"/>
                  </a:lnTo>
                  <a:lnTo>
                    <a:pt x="228293" y="65383"/>
                  </a:lnTo>
                  <a:lnTo>
                    <a:pt x="189875" y="36878"/>
                  </a:lnTo>
                  <a:lnTo>
                    <a:pt x="149935" y="9811"/>
                  </a:lnTo>
                  <a:lnTo>
                    <a:pt x="134773" y="0"/>
                  </a:lnTo>
                  <a:close/>
                </a:path>
              </a:pathLst>
            </a:custGeom>
            <a:solidFill>
              <a:srgbClr val="56C0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81"/>
            <p:cNvSpPr/>
            <p:nvPr/>
          </p:nvSpPr>
          <p:spPr>
            <a:xfrm>
              <a:off x="16039878" y="9271989"/>
              <a:ext cx="1424400" cy="565136"/>
            </a:xfrm>
            <a:custGeom>
              <a:rect b="b" l="l" r="r" t="t"/>
              <a:pathLst>
                <a:path extrusionOk="0" h="621029" w="1565275">
                  <a:moveTo>
                    <a:pt x="828312" y="0"/>
                  </a:moveTo>
                  <a:lnTo>
                    <a:pt x="783035" y="10"/>
                  </a:lnTo>
                  <a:lnTo>
                    <a:pt x="737793" y="1807"/>
                  </a:lnTo>
                  <a:lnTo>
                    <a:pt x="692644" y="5391"/>
                  </a:lnTo>
                  <a:lnTo>
                    <a:pt x="647644" y="10759"/>
                  </a:lnTo>
                  <a:lnTo>
                    <a:pt x="602850" y="17911"/>
                  </a:lnTo>
                  <a:lnTo>
                    <a:pt x="558319" y="26846"/>
                  </a:lnTo>
                  <a:lnTo>
                    <a:pt x="514107" y="37562"/>
                  </a:lnTo>
                  <a:lnTo>
                    <a:pt x="470256" y="50064"/>
                  </a:lnTo>
                  <a:lnTo>
                    <a:pt x="426869" y="64335"/>
                  </a:lnTo>
                  <a:lnTo>
                    <a:pt x="383957" y="80389"/>
                  </a:lnTo>
                  <a:lnTo>
                    <a:pt x="341591" y="98220"/>
                  </a:lnTo>
                  <a:lnTo>
                    <a:pt x="299828" y="117827"/>
                  </a:lnTo>
                  <a:lnTo>
                    <a:pt x="258726" y="139208"/>
                  </a:lnTo>
                  <a:lnTo>
                    <a:pt x="218340" y="162364"/>
                  </a:lnTo>
                  <a:lnTo>
                    <a:pt x="178728" y="187292"/>
                  </a:lnTo>
                  <a:lnTo>
                    <a:pt x="139946" y="213991"/>
                  </a:lnTo>
                  <a:lnTo>
                    <a:pt x="102051" y="242460"/>
                  </a:lnTo>
                  <a:lnTo>
                    <a:pt x="65101" y="272698"/>
                  </a:lnTo>
                  <a:lnTo>
                    <a:pt x="29150" y="304705"/>
                  </a:lnTo>
                  <a:lnTo>
                    <a:pt x="0" y="331761"/>
                  </a:lnTo>
                  <a:lnTo>
                    <a:pt x="36629" y="363049"/>
                  </a:lnTo>
                  <a:lnTo>
                    <a:pt x="74213" y="392541"/>
                  </a:lnTo>
                  <a:lnTo>
                    <a:pt x="112694" y="420236"/>
                  </a:lnTo>
                  <a:lnTo>
                    <a:pt x="152016" y="446137"/>
                  </a:lnTo>
                  <a:lnTo>
                    <a:pt x="192122" y="470244"/>
                  </a:lnTo>
                  <a:lnTo>
                    <a:pt x="232957" y="492558"/>
                  </a:lnTo>
                  <a:lnTo>
                    <a:pt x="274462" y="513082"/>
                  </a:lnTo>
                  <a:lnTo>
                    <a:pt x="316583" y="531815"/>
                  </a:lnTo>
                  <a:lnTo>
                    <a:pt x="359262" y="548759"/>
                  </a:lnTo>
                  <a:lnTo>
                    <a:pt x="402443" y="563914"/>
                  </a:lnTo>
                  <a:lnTo>
                    <a:pt x="446069" y="577283"/>
                  </a:lnTo>
                  <a:lnTo>
                    <a:pt x="490084" y="588866"/>
                  </a:lnTo>
                  <a:lnTo>
                    <a:pt x="534431" y="598664"/>
                  </a:lnTo>
                  <a:lnTo>
                    <a:pt x="579055" y="606679"/>
                  </a:lnTo>
                  <a:lnTo>
                    <a:pt x="623897" y="612911"/>
                  </a:lnTo>
                  <a:lnTo>
                    <a:pt x="668903" y="617362"/>
                  </a:lnTo>
                  <a:lnTo>
                    <a:pt x="714015" y="620033"/>
                  </a:lnTo>
                  <a:lnTo>
                    <a:pt x="759177" y="620924"/>
                  </a:lnTo>
                  <a:lnTo>
                    <a:pt x="804410" y="620033"/>
                  </a:lnTo>
                  <a:lnTo>
                    <a:pt x="849539" y="617362"/>
                  </a:lnTo>
                  <a:lnTo>
                    <a:pt x="894396" y="612934"/>
                  </a:lnTo>
                  <a:lnTo>
                    <a:pt x="939192" y="606720"/>
                  </a:lnTo>
                  <a:lnTo>
                    <a:pt x="983755" y="598732"/>
                  </a:lnTo>
                  <a:lnTo>
                    <a:pt x="1028029" y="588972"/>
                  </a:lnTo>
                  <a:lnTo>
                    <a:pt x="1071957" y="577440"/>
                  </a:lnTo>
                  <a:lnTo>
                    <a:pt x="1115484" y="564138"/>
                  </a:lnTo>
                  <a:lnTo>
                    <a:pt x="1158551" y="549066"/>
                  </a:lnTo>
                  <a:lnTo>
                    <a:pt x="1201103" y="532227"/>
                  </a:lnTo>
                  <a:lnTo>
                    <a:pt x="1243084" y="513620"/>
                  </a:lnTo>
                  <a:lnTo>
                    <a:pt x="1284436" y="493248"/>
                  </a:lnTo>
                  <a:lnTo>
                    <a:pt x="1325104" y="471111"/>
                  </a:lnTo>
                  <a:lnTo>
                    <a:pt x="1365030" y="447210"/>
                  </a:lnTo>
                  <a:lnTo>
                    <a:pt x="1404158" y="421547"/>
                  </a:lnTo>
                  <a:lnTo>
                    <a:pt x="1442433" y="394123"/>
                  </a:lnTo>
                  <a:lnTo>
                    <a:pt x="1479796" y="364938"/>
                  </a:lnTo>
                  <a:lnTo>
                    <a:pt x="1516192" y="333993"/>
                  </a:lnTo>
                  <a:lnTo>
                    <a:pt x="1551565" y="301291"/>
                  </a:lnTo>
                  <a:lnTo>
                    <a:pt x="1564905" y="288422"/>
                  </a:lnTo>
                  <a:lnTo>
                    <a:pt x="1548486" y="274360"/>
                  </a:lnTo>
                  <a:lnTo>
                    <a:pt x="1511287" y="243815"/>
                  </a:lnTo>
                  <a:lnTo>
                    <a:pt x="1473158" y="215077"/>
                  </a:lnTo>
                  <a:lnTo>
                    <a:pt x="1434156" y="188144"/>
                  </a:lnTo>
                  <a:lnTo>
                    <a:pt x="1394339" y="163014"/>
                  </a:lnTo>
                  <a:lnTo>
                    <a:pt x="1353763" y="139688"/>
                  </a:lnTo>
                  <a:lnTo>
                    <a:pt x="1312485" y="118164"/>
                  </a:lnTo>
                  <a:lnTo>
                    <a:pt x="1270561" y="98441"/>
                  </a:lnTo>
                  <a:lnTo>
                    <a:pt x="1228049" y="80517"/>
                  </a:lnTo>
                  <a:lnTo>
                    <a:pt x="1185004" y="64392"/>
                  </a:lnTo>
                  <a:lnTo>
                    <a:pt x="1141466" y="50059"/>
                  </a:lnTo>
                  <a:lnTo>
                    <a:pt x="1097547" y="37532"/>
                  </a:lnTo>
                  <a:lnTo>
                    <a:pt x="1053247" y="26796"/>
                  </a:lnTo>
                  <a:lnTo>
                    <a:pt x="1008643" y="17853"/>
                  </a:lnTo>
                  <a:lnTo>
                    <a:pt x="963790" y="10703"/>
                  </a:lnTo>
                  <a:lnTo>
                    <a:pt x="918747" y="5345"/>
                  </a:lnTo>
                  <a:lnTo>
                    <a:pt x="873568" y="1778"/>
                  </a:lnTo>
                  <a:lnTo>
                    <a:pt x="828312" y="0"/>
                  </a:lnTo>
                  <a:close/>
                </a:path>
              </a:pathLst>
            </a:custGeom>
            <a:solidFill>
              <a:srgbClr val="56C0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81"/>
            <p:cNvSpPr/>
            <p:nvPr/>
          </p:nvSpPr>
          <p:spPr>
            <a:xfrm>
              <a:off x="16587971" y="7824996"/>
              <a:ext cx="294704" cy="1040130"/>
            </a:xfrm>
            <a:custGeom>
              <a:rect b="b" l="l" r="r" t="t"/>
              <a:pathLst>
                <a:path extrusionOk="0" h="1143000" w="323850">
                  <a:moveTo>
                    <a:pt x="323854" y="1142509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146B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81"/>
            <p:cNvSpPr/>
            <p:nvPr/>
          </p:nvSpPr>
          <p:spPr>
            <a:xfrm>
              <a:off x="16615858" y="9519795"/>
              <a:ext cx="1096759" cy="84365"/>
            </a:xfrm>
            <a:custGeom>
              <a:rect b="b" l="l" r="r" t="t"/>
              <a:pathLst>
                <a:path extrusionOk="0" h="92709" w="1205230">
                  <a:moveTo>
                    <a:pt x="1205198" y="0"/>
                  </a:moveTo>
                  <a:lnTo>
                    <a:pt x="0" y="92143"/>
                  </a:lnTo>
                </a:path>
              </a:pathLst>
            </a:custGeom>
            <a:noFill/>
            <a:ln cap="flat" cmpd="sng" w="9525">
              <a:solidFill>
                <a:srgbClr val="146B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81"/>
            <p:cNvSpPr/>
            <p:nvPr/>
          </p:nvSpPr>
          <p:spPr>
            <a:xfrm>
              <a:off x="14468512" y="7277763"/>
              <a:ext cx="1749151" cy="1749152"/>
            </a:xfrm>
            <a:custGeom>
              <a:rect b="b" l="l" r="r" t="t"/>
              <a:pathLst>
                <a:path extrusionOk="0" h="1922145" w="1922144">
                  <a:moveTo>
                    <a:pt x="949453" y="0"/>
                  </a:moveTo>
                  <a:lnTo>
                    <a:pt x="903739" y="1623"/>
                  </a:lnTo>
                  <a:lnTo>
                    <a:pt x="858376" y="5413"/>
                  </a:lnTo>
                  <a:lnTo>
                    <a:pt x="813433" y="11333"/>
                  </a:lnTo>
                  <a:lnTo>
                    <a:pt x="768978" y="19344"/>
                  </a:lnTo>
                  <a:lnTo>
                    <a:pt x="725079" y="29409"/>
                  </a:lnTo>
                  <a:lnTo>
                    <a:pt x="681804" y="41491"/>
                  </a:lnTo>
                  <a:lnTo>
                    <a:pt x="639221" y="55552"/>
                  </a:lnTo>
                  <a:lnTo>
                    <a:pt x="597399" y="71554"/>
                  </a:lnTo>
                  <a:lnTo>
                    <a:pt x="556405" y="89460"/>
                  </a:lnTo>
                  <a:lnTo>
                    <a:pt x="516308" y="109231"/>
                  </a:lnTo>
                  <a:lnTo>
                    <a:pt x="477176" y="130831"/>
                  </a:lnTo>
                  <a:lnTo>
                    <a:pt x="439076" y="154222"/>
                  </a:lnTo>
                  <a:lnTo>
                    <a:pt x="402078" y="179366"/>
                  </a:lnTo>
                  <a:lnTo>
                    <a:pt x="366249" y="206226"/>
                  </a:lnTo>
                  <a:lnTo>
                    <a:pt x="331657" y="234764"/>
                  </a:lnTo>
                  <a:lnTo>
                    <a:pt x="298371" y="264942"/>
                  </a:lnTo>
                  <a:lnTo>
                    <a:pt x="266459" y="296723"/>
                  </a:lnTo>
                  <a:lnTo>
                    <a:pt x="235988" y="330068"/>
                  </a:lnTo>
                  <a:lnTo>
                    <a:pt x="207027" y="364942"/>
                  </a:lnTo>
                  <a:lnTo>
                    <a:pt x="179644" y="401305"/>
                  </a:lnTo>
                  <a:lnTo>
                    <a:pt x="153908" y="439121"/>
                  </a:lnTo>
                  <a:lnTo>
                    <a:pt x="129886" y="478351"/>
                  </a:lnTo>
                  <a:lnTo>
                    <a:pt x="107646" y="518959"/>
                  </a:lnTo>
                  <a:lnTo>
                    <a:pt x="87257" y="560905"/>
                  </a:lnTo>
                  <a:lnTo>
                    <a:pt x="68787" y="604154"/>
                  </a:lnTo>
                  <a:lnTo>
                    <a:pt x="52304" y="648667"/>
                  </a:lnTo>
                  <a:lnTo>
                    <a:pt x="37876" y="694407"/>
                  </a:lnTo>
                  <a:lnTo>
                    <a:pt x="25706" y="740798"/>
                  </a:lnTo>
                  <a:lnTo>
                    <a:pt x="15930" y="787247"/>
                  </a:lnTo>
                  <a:lnTo>
                    <a:pt x="8509" y="833686"/>
                  </a:lnTo>
                  <a:lnTo>
                    <a:pt x="3405" y="880045"/>
                  </a:lnTo>
                  <a:lnTo>
                    <a:pt x="581" y="926257"/>
                  </a:lnTo>
                  <a:lnTo>
                    <a:pt x="0" y="972254"/>
                  </a:lnTo>
                  <a:lnTo>
                    <a:pt x="1622" y="1017968"/>
                  </a:lnTo>
                  <a:lnTo>
                    <a:pt x="5412" y="1063330"/>
                  </a:lnTo>
                  <a:lnTo>
                    <a:pt x="11332" y="1108272"/>
                  </a:lnTo>
                  <a:lnTo>
                    <a:pt x="19343" y="1152727"/>
                  </a:lnTo>
                  <a:lnTo>
                    <a:pt x="29408" y="1196626"/>
                  </a:lnTo>
                  <a:lnTo>
                    <a:pt x="41490" y="1239900"/>
                  </a:lnTo>
                  <a:lnTo>
                    <a:pt x="55551" y="1282483"/>
                  </a:lnTo>
                  <a:lnTo>
                    <a:pt x="71553" y="1324305"/>
                  </a:lnTo>
                  <a:lnTo>
                    <a:pt x="89458" y="1365298"/>
                  </a:lnTo>
                  <a:lnTo>
                    <a:pt x="109230" y="1405395"/>
                  </a:lnTo>
                  <a:lnTo>
                    <a:pt x="130830" y="1444527"/>
                  </a:lnTo>
                  <a:lnTo>
                    <a:pt x="154221" y="1482626"/>
                  </a:lnTo>
                  <a:lnTo>
                    <a:pt x="179365" y="1519624"/>
                  </a:lnTo>
                  <a:lnTo>
                    <a:pt x="206225" y="1555453"/>
                  </a:lnTo>
                  <a:lnTo>
                    <a:pt x="234762" y="1590045"/>
                  </a:lnTo>
                  <a:lnTo>
                    <a:pt x="264940" y="1623331"/>
                  </a:lnTo>
                  <a:lnTo>
                    <a:pt x="296721" y="1655243"/>
                  </a:lnTo>
                  <a:lnTo>
                    <a:pt x="330067" y="1685714"/>
                  </a:lnTo>
                  <a:lnTo>
                    <a:pt x="364940" y="1714675"/>
                  </a:lnTo>
                  <a:lnTo>
                    <a:pt x="401303" y="1742057"/>
                  </a:lnTo>
                  <a:lnTo>
                    <a:pt x="439118" y="1767794"/>
                  </a:lnTo>
                  <a:lnTo>
                    <a:pt x="478348" y="1791816"/>
                  </a:lnTo>
                  <a:lnTo>
                    <a:pt x="518955" y="1814055"/>
                  </a:lnTo>
                  <a:lnTo>
                    <a:pt x="560901" y="1834444"/>
                  </a:lnTo>
                  <a:lnTo>
                    <a:pt x="604149" y="1852914"/>
                  </a:lnTo>
                  <a:lnTo>
                    <a:pt x="648661" y="1869398"/>
                  </a:lnTo>
                  <a:lnTo>
                    <a:pt x="694400" y="1883826"/>
                  </a:lnTo>
                  <a:lnTo>
                    <a:pt x="740793" y="1895995"/>
                  </a:lnTo>
                  <a:lnTo>
                    <a:pt x="787243" y="1905771"/>
                  </a:lnTo>
                  <a:lnTo>
                    <a:pt x="833682" y="1913193"/>
                  </a:lnTo>
                  <a:lnTo>
                    <a:pt x="880042" y="1918297"/>
                  </a:lnTo>
                  <a:lnTo>
                    <a:pt x="926255" y="1921121"/>
                  </a:lnTo>
                  <a:lnTo>
                    <a:pt x="972252" y="1921703"/>
                  </a:lnTo>
                  <a:lnTo>
                    <a:pt x="1017967" y="1920080"/>
                  </a:lnTo>
                  <a:lnTo>
                    <a:pt x="1063329" y="1916290"/>
                  </a:lnTo>
                  <a:lnTo>
                    <a:pt x="1108272" y="1910371"/>
                  </a:lnTo>
                  <a:lnTo>
                    <a:pt x="1152727" y="1902361"/>
                  </a:lnTo>
                  <a:lnTo>
                    <a:pt x="1196626" y="1892296"/>
                  </a:lnTo>
                  <a:lnTo>
                    <a:pt x="1239901" y="1880214"/>
                  </a:lnTo>
                  <a:lnTo>
                    <a:pt x="1282484" y="1866154"/>
                  </a:lnTo>
                  <a:lnTo>
                    <a:pt x="1324307" y="1850152"/>
                  </a:lnTo>
                  <a:lnTo>
                    <a:pt x="1365300" y="1832247"/>
                  </a:lnTo>
                  <a:lnTo>
                    <a:pt x="1405398" y="1812475"/>
                  </a:lnTo>
                  <a:lnTo>
                    <a:pt x="1444530" y="1790876"/>
                  </a:lnTo>
                  <a:lnTo>
                    <a:pt x="1482629" y="1767485"/>
                  </a:lnTo>
                  <a:lnTo>
                    <a:pt x="1519628" y="1742341"/>
                  </a:lnTo>
                  <a:lnTo>
                    <a:pt x="1555457" y="1715481"/>
                  </a:lnTo>
                  <a:lnTo>
                    <a:pt x="1590048" y="1686944"/>
                  </a:lnTo>
                  <a:lnTo>
                    <a:pt x="1623334" y="1656766"/>
                  </a:lnTo>
                  <a:lnTo>
                    <a:pt x="1655247" y="1624985"/>
                  </a:lnTo>
                  <a:lnTo>
                    <a:pt x="1685718" y="1591639"/>
                  </a:lnTo>
                  <a:lnTo>
                    <a:pt x="1714678" y="1556766"/>
                  </a:lnTo>
                  <a:lnTo>
                    <a:pt x="1742061" y="1520403"/>
                  </a:lnTo>
                  <a:lnTo>
                    <a:pt x="1767797" y="1482587"/>
                  </a:lnTo>
                  <a:lnTo>
                    <a:pt x="1791820" y="1443357"/>
                  </a:lnTo>
                  <a:lnTo>
                    <a:pt x="1814059" y="1402749"/>
                  </a:lnTo>
                  <a:lnTo>
                    <a:pt x="1834448" y="1360803"/>
                  </a:lnTo>
                  <a:lnTo>
                    <a:pt x="1852918" y="1317554"/>
                  </a:lnTo>
                  <a:lnTo>
                    <a:pt x="1869402" y="1273041"/>
                  </a:lnTo>
                  <a:lnTo>
                    <a:pt x="1883830" y="1227301"/>
                  </a:lnTo>
                  <a:lnTo>
                    <a:pt x="1895999" y="1180909"/>
                  </a:lnTo>
                  <a:lnTo>
                    <a:pt x="1905775" y="1134459"/>
                  </a:lnTo>
                  <a:lnTo>
                    <a:pt x="1913197" y="1088020"/>
                  </a:lnTo>
                  <a:lnTo>
                    <a:pt x="1918300" y="1041660"/>
                  </a:lnTo>
                  <a:lnTo>
                    <a:pt x="1921124" y="995447"/>
                  </a:lnTo>
                  <a:lnTo>
                    <a:pt x="1921706" y="949449"/>
                  </a:lnTo>
                  <a:lnTo>
                    <a:pt x="1920083" y="903735"/>
                  </a:lnTo>
                  <a:lnTo>
                    <a:pt x="1916293" y="858372"/>
                  </a:lnTo>
                  <a:lnTo>
                    <a:pt x="1910374" y="813429"/>
                  </a:lnTo>
                  <a:lnTo>
                    <a:pt x="1902363" y="768974"/>
                  </a:lnTo>
                  <a:lnTo>
                    <a:pt x="1892297" y="725075"/>
                  </a:lnTo>
                  <a:lnTo>
                    <a:pt x="1880216" y="681800"/>
                  </a:lnTo>
                  <a:lnTo>
                    <a:pt x="1866155" y="639217"/>
                  </a:lnTo>
                  <a:lnTo>
                    <a:pt x="1850153" y="597395"/>
                  </a:lnTo>
                  <a:lnTo>
                    <a:pt x="1832247" y="556401"/>
                  </a:lnTo>
                  <a:lnTo>
                    <a:pt x="1812476" y="516304"/>
                  </a:lnTo>
                  <a:lnTo>
                    <a:pt x="1790875" y="477172"/>
                  </a:lnTo>
                  <a:lnTo>
                    <a:pt x="1767485" y="439072"/>
                  </a:lnTo>
                  <a:lnTo>
                    <a:pt x="1742340" y="402074"/>
                  </a:lnTo>
                  <a:lnTo>
                    <a:pt x="1715481" y="366245"/>
                  </a:lnTo>
                  <a:lnTo>
                    <a:pt x="1686943" y="331653"/>
                  </a:lnTo>
                  <a:lnTo>
                    <a:pt x="1656765" y="298367"/>
                  </a:lnTo>
                  <a:lnTo>
                    <a:pt x="1624985" y="266455"/>
                  </a:lnTo>
                  <a:lnTo>
                    <a:pt x="1591639" y="235984"/>
                  </a:lnTo>
                  <a:lnTo>
                    <a:pt x="1556766" y="207023"/>
                  </a:lnTo>
                  <a:lnTo>
                    <a:pt x="1520403" y="179641"/>
                  </a:lnTo>
                  <a:lnTo>
                    <a:pt x="1482587" y="153904"/>
                  </a:lnTo>
                  <a:lnTo>
                    <a:pt x="1443357" y="129882"/>
                  </a:lnTo>
                  <a:lnTo>
                    <a:pt x="1402750" y="107642"/>
                  </a:lnTo>
                  <a:lnTo>
                    <a:pt x="1360804" y="87253"/>
                  </a:lnTo>
                  <a:lnTo>
                    <a:pt x="1317556" y="68783"/>
                  </a:lnTo>
                  <a:lnTo>
                    <a:pt x="1273044" y="52300"/>
                  </a:lnTo>
                  <a:lnTo>
                    <a:pt x="1227305" y="37872"/>
                  </a:lnTo>
                  <a:lnTo>
                    <a:pt x="1180913" y="25703"/>
                  </a:lnTo>
                  <a:lnTo>
                    <a:pt x="1134463" y="15928"/>
                  </a:lnTo>
                  <a:lnTo>
                    <a:pt x="1088024" y="8507"/>
                  </a:lnTo>
                  <a:lnTo>
                    <a:pt x="1041664" y="3404"/>
                  </a:lnTo>
                  <a:lnTo>
                    <a:pt x="995451" y="581"/>
                  </a:lnTo>
                  <a:lnTo>
                    <a:pt x="949453" y="0"/>
                  </a:lnTo>
                  <a:close/>
                </a:path>
              </a:pathLst>
            </a:custGeom>
            <a:solidFill>
              <a:srgbClr val="56C0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81"/>
            <p:cNvSpPr/>
            <p:nvPr/>
          </p:nvSpPr>
          <p:spPr>
            <a:xfrm>
              <a:off x="14809095" y="7756282"/>
              <a:ext cx="1067867" cy="951719"/>
            </a:xfrm>
            <a:custGeom>
              <a:rect b="b" l="l" r="r" t="t"/>
              <a:pathLst>
                <a:path extrusionOk="0" h="1045845" w="1173480">
                  <a:moveTo>
                    <a:pt x="94730" y="100541"/>
                  </a:moveTo>
                  <a:lnTo>
                    <a:pt x="133989" y="64896"/>
                  </a:lnTo>
                  <a:lnTo>
                    <a:pt x="177885" y="36704"/>
                  </a:lnTo>
                  <a:lnTo>
                    <a:pt x="225680" y="16280"/>
                  </a:lnTo>
                  <a:lnTo>
                    <a:pt x="276638" y="3940"/>
                  </a:lnTo>
                  <a:lnTo>
                    <a:pt x="330021" y="0"/>
                  </a:lnTo>
                  <a:lnTo>
                    <a:pt x="379677" y="4341"/>
                  </a:lnTo>
                  <a:lnTo>
                    <a:pt x="426980" y="16635"/>
                  </a:lnTo>
                  <a:lnTo>
                    <a:pt x="471768" y="36826"/>
                  </a:lnTo>
                  <a:lnTo>
                    <a:pt x="513879" y="64856"/>
                  </a:lnTo>
                  <a:lnTo>
                    <a:pt x="552974" y="100602"/>
                  </a:lnTo>
                  <a:lnTo>
                    <a:pt x="587866" y="143157"/>
                  </a:lnTo>
                  <a:lnTo>
                    <a:pt x="605061" y="121283"/>
                  </a:lnTo>
                  <a:lnTo>
                    <a:pt x="642619" y="82589"/>
                  </a:lnTo>
                  <a:lnTo>
                    <a:pt x="705393" y="38390"/>
                  </a:lnTo>
                  <a:lnTo>
                    <a:pt x="750445" y="18804"/>
                  </a:lnTo>
                  <a:lnTo>
                    <a:pt x="797904" y="7148"/>
                  </a:lnTo>
                  <a:lnTo>
                    <a:pt x="847607" y="3476"/>
                  </a:lnTo>
                  <a:lnTo>
                    <a:pt x="900933" y="8138"/>
                  </a:lnTo>
                  <a:lnTo>
                    <a:pt x="951722" y="21167"/>
                  </a:lnTo>
                  <a:lnTo>
                    <a:pt x="999241" y="42234"/>
                  </a:lnTo>
                  <a:lnTo>
                    <a:pt x="1042757" y="71014"/>
                  </a:lnTo>
                  <a:lnTo>
                    <a:pt x="1081537" y="107179"/>
                  </a:lnTo>
                  <a:lnTo>
                    <a:pt x="1109029" y="141820"/>
                  </a:lnTo>
                  <a:lnTo>
                    <a:pt x="1131835" y="179943"/>
                  </a:lnTo>
                  <a:lnTo>
                    <a:pt x="1149790" y="221094"/>
                  </a:lnTo>
                  <a:lnTo>
                    <a:pt x="1162729" y="264817"/>
                  </a:lnTo>
                  <a:lnTo>
                    <a:pt x="1170486" y="310660"/>
                  </a:lnTo>
                  <a:lnTo>
                    <a:pt x="1172896" y="358167"/>
                  </a:lnTo>
                  <a:lnTo>
                    <a:pt x="1169456" y="407108"/>
                  </a:lnTo>
                  <a:lnTo>
                    <a:pt x="1159713" y="454978"/>
                  </a:lnTo>
                  <a:lnTo>
                    <a:pt x="1143514" y="502148"/>
                  </a:lnTo>
                  <a:lnTo>
                    <a:pt x="1120705" y="548986"/>
                  </a:lnTo>
                  <a:lnTo>
                    <a:pt x="1091131" y="595865"/>
                  </a:lnTo>
                  <a:lnTo>
                    <a:pt x="1054638" y="643153"/>
                  </a:lnTo>
                  <a:lnTo>
                    <a:pt x="1026373" y="675171"/>
                  </a:lnTo>
                  <a:lnTo>
                    <a:pt x="995370" y="707438"/>
                  </a:lnTo>
                  <a:lnTo>
                    <a:pt x="961803" y="740102"/>
                  </a:lnTo>
                  <a:lnTo>
                    <a:pt x="925847" y="773308"/>
                  </a:lnTo>
                  <a:lnTo>
                    <a:pt x="887674" y="807205"/>
                  </a:lnTo>
                  <a:lnTo>
                    <a:pt x="847460" y="841939"/>
                  </a:lnTo>
                  <a:lnTo>
                    <a:pt x="805377" y="877657"/>
                  </a:lnTo>
                  <a:lnTo>
                    <a:pt x="761599" y="914506"/>
                  </a:lnTo>
                  <a:lnTo>
                    <a:pt x="730208" y="940920"/>
                  </a:lnTo>
                  <a:lnTo>
                    <a:pt x="697125" y="968850"/>
                  </a:lnTo>
                  <a:lnTo>
                    <a:pt x="662691" y="998107"/>
                  </a:lnTo>
                  <a:lnTo>
                    <a:pt x="627247" y="1028502"/>
                  </a:lnTo>
                  <a:lnTo>
                    <a:pt x="617171" y="1035730"/>
                  </a:lnTo>
                  <a:lnTo>
                    <a:pt x="606053" y="1040995"/>
                  </a:lnTo>
                  <a:lnTo>
                    <a:pt x="594171" y="1044197"/>
                  </a:lnTo>
                  <a:lnTo>
                    <a:pt x="581804" y="1045235"/>
                  </a:lnTo>
                  <a:lnTo>
                    <a:pt x="569450" y="1044033"/>
                  </a:lnTo>
                  <a:lnTo>
                    <a:pt x="557611" y="1040673"/>
                  </a:lnTo>
                  <a:lnTo>
                    <a:pt x="546565" y="1035262"/>
                  </a:lnTo>
                  <a:lnTo>
                    <a:pt x="536590" y="1027905"/>
                  </a:lnTo>
                  <a:lnTo>
                    <a:pt x="501559" y="997032"/>
                  </a:lnTo>
                  <a:lnTo>
                    <a:pt x="467514" y="967305"/>
                  </a:lnTo>
                  <a:lnTo>
                    <a:pt x="434796" y="938921"/>
                  </a:lnTo>
                  <a:lnTo>
                    <a:pt x="403746" y="912076"/>
                  </a:lnTo>
                  <a:lnTo>
                    <a:pt x="360474" y="874648"/>
                  </a:lnTo>
                  <a:lnTo>
                    <a:pt x="318880" y="838372"/>
                  </a:lnTo>
                  <a:lnTo>
                    <a:pt x="279140" y="803104"/>
                  </a:lnTo>
                  <a:lnTo>
                    <a:pt x="241429" y="768699"/>
                  </a:lnTo>
                  <a:lnTo>
                    <a:pt x="205925" y="735012"/>
                  </a:lnTo>
                  <a:lnTo>
                    <a:pt x="172802" y="701899"/>
                  </a:lnTo>
                  <a:lnTo>
                    <a:pt x="142236" y="669216"/>
                  </a:lnTo>
                  <a:lnTo>
                    <a:pt x="114404" y="636818"/>
                  </a:lnTo>
                  <a:lnTo>
                    <a:pt x="78551" y="589051"/>
                  </a:lnTo>
                  <a:lnTo>
                    <a:pt x="49611" y="541784"/>
                  </a:lnTo>
                  <a:lnTo>
                    <a:pt x="27435" y="494645"/>
                  </a:lnTo>
                  <a:lnTo>
                    <a:pt x="11873" y="447263"/>
                  </a:lnTo>
                  <a:lnTo>
                    <a:pt x="2778" y="399266"/>
                  </a:lnTo>
                  <a:lnTo>
                    <a:pt x="0" y="350282"/>
                  </a:lnTo>
                  <a:lnTo>
                    <a:pt x="3049" y="302812"/>
                  </a:lnTo>
                  <a:lnTo>
                    <a:pt x="11424" y="257077"/>
                  </a:lnTo>
                  <a:lnTo>
                    <a:pt x="24952" y="213530"/>
                  </a:lnTo>
                  <a:lnTo>
                    <a:pt x="43460" y="172623"/>
                  </a:lnTo>
                  <a:lnTo>
                    <a:pt x="66777" y="134809"/>
                  </a:lnTo>
                  <a:lnTo>
                    <a:pt x="94730" y="100541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7" name="Google Shape;787;p81"/>
          <p:cNvSpPr txBox="1"/>
          <p:nvPr>
            <p:ph type="ctrTitle"/>
          </p:nvPr>
        </p:nvSpPr>
        <p:spPr>
          <a:xfrm>
            <a:off x="754925" y="1374600"/>
            <a:ext cx="76800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i="0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7600"/>
              <a:buFont typeface="Lato"/>
              <a:buNone/>
              <a:defRPr b="1" sz="76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8" name="Google Shape;788;p81"/>
          <p:cNvSpPr txBox="1"/>
          <p:nvPr/>
        </p:nvSpPr>
        <p:spPr>
          <a:xfrm>
            <a:off x="2086500" y="3724750"/>
            <a:ext cx="49710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F6890"/>
                </a:solidFill>
                <a:latin typeface="Lato Light"/>
                <a:ea typeface="Lato Light"/>
                <a:cs typeface="Lato Light"/>
                <a:sym typeface="Lato Light"/>
              </a:rPr>
              <a:t>CREDITS: This presentation template was created by </a:t>
            </a:r>
            <a:r>
              <a:rPr b="1" i="0" lang="es" sz="1200" u="none" cap="none" strike="noStrike">
                <a:solidFill>
                  <a:srgbClr val="0F6890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s" sz="1200" u="none" cap="none" strike="noStrike">
                <a:solidFill>
                  <a:srgbClr val="0F6890"/>
                </a:solidFill>
                <a:latin typeface="Lato Light"/>
                <a:ea typeface="Lato Light"/>
                <a:cs typeface="Lato Light"/>
                <a:sym typeface="Lato Light"/>
              </a:rPr>
              <a:t>, including icons by </a:t>
            </a:r>
            <a:r>
              <a:rPr b="1" i="0" lang="es" sz="1200" u="none" cap="none" strike="noStrike">
                <a:solidFill>
                  <a:srgbClr val="0F6890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s" sz="1200" u="none" cap="none" strike="noStrike">
                <a:solidFill>
                  <a:srgbClr val="0F6890"/>
                </a:solidFill>
                <a:latin typeface="Lato Light"/>
                <a:ea typeface="Lato Light"/>
                <a:cs typeface="Lato Light"/>
                <a:sym typeface="Lato Light"/>
              </a:rPr>
              <a:t>, infographics &amp; images by</a:t>
            </a:r>
            <a:r>
              <a:rPr b="1" i="0" lang="es" sz="1200" u="none" cap="none" strike="noStrike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s" sz="1200" u="none" cap="none" strike="noStrike">
                <a:solidFill>
                  <a:srgbClr val="0F6890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100" u="none" cap="none" strike="noStrike">
              <a:solidFill>
                <a:srgbClr val="0F689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9" name="Google Shape;789;p81"/>
          <p:cNvSpPr txBox="1"/>
          <p:nvPr>
            <p:ph idx="1" type="subTitle"/>
          </p:nvPr>
        </p:nvSpPr>
        <p:spPr>
          <a:xfrm>
            <a:off x="2086500" y="2955425"/>
            <a:ext cx="49710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 sz="14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6890"/>
              </a:buClr>
              <a:buSzPts val="1400"/>
              <a:buFont typeface="Lato"/>
              <a:buNone/>
              <a:defRPr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2"/>
          <p:cNvSpPr txBox="1"/>
          <p:nvPr>
            <p:ph type="ctrTitle"/>
          </p:nvPr>
        </p:nvSpPr>
        <p:spPr>
          <a:xfrm>
            <a:off x="988725" y="695909"/>
            <a:ext cx="71667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500"/>
              <a:buFont typeface="Lato"/>
              <a:buNone/>
              <a:defRPr b="1" i="0" sz="25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890"/>
              </a:buClr>
              <a:buSzPts val="2100"/>
              <a:buFont typeface="Lato"/>
              <a:buNone/>
              <a:defRPr b="1" sz="2100">
                <a:solidFill>
                  <a:srgbClr val="0F689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2.jpg"/><Relationship Id="rId5" Type="http://schemas.openxmlformats.org/officeDocument/2006/relationships/image" Target="../media/image16.jpg"/><Relationship Id="rId6" Type="http://schemas.openxmlformats.org/officeDocument/2006/relationships/image" Target="../media/image1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hyperlink" Target="http://drive.google.com/file/d/1wYmQBHIqqwCtsvGAzvNf_jzPsqgFRzd_/view" TargetMode="External"/><Relationship Id="rId5" Type="http://schemas.openxmlformats.org/officeDocument/2006/relationships/image" Target="../media/image25.jp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D3uyYZTzJVFMbi6IwT7y7zoLAWbR2QNx/view" TargetMode="External"/><Relationship Id="rId5" Type="http://schemas.openxmlformats.org/officeDocument/2006/relationships/image" Target="../media/image2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Relationship Id="rId11" Type="http://schemas.openxmlformats.org/officeDocument/2006/relationships/image" Target="../media/image24.png"/><Relationship Id="rId10" Type="http://schemas.openxmlformats.org/officeDocument/2006/relationships/image" Target="../media/image56.png"/><Relationship Id="rId12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Relationship Id="rId4" Type="http://schemas.openxmlformats.org/officeDocument/2006/relationships/image" Target="../media/image31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60.png"/><Relationship Id="rId5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38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5" Type="http://schemas.openxmlformats.org/officeDocument/2006/relationships/image" Target="../media/image37.png"/><Relationship Id="rId6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46.png"/><Relationship Id="rId5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59.png"/><Relationship Id="rId9" Type="http://schemas.openxmlformats.org/officeDocument/2006/relationships/image" Target="../media/image55.png"/><Relationship Id="rId5" Type="http://schemas.openxmlformats.org/officeDocument/2006/relationships/image" Target="../media/image51.png"/><Relationship Id="rId6" Type="http://schemas.openxmlformats.org/officeDocument/2006/relationships/image" Target="../media/image57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58.png"/><Relationship Id="rId5" Type="http://schemas.openxmlformats.org/officeDocument/2006/relationships/image" Target="../media/image50.png"/><Relationship Id="rId6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"/>
          <p:cNvSpPr/>
          <p:nvPr/>
        </p:nvSpPr>
        <p:spPr>
          <a:xfrm>
            <a:off x="-24300" y="4822975"/>
            <a:ext cx="9192600" cy="3204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"/>
          <p:cNvSpPr txBox="1"/>
          <p:nvPr>
            <p:ph idx="4294967295" type="subTitle"/>
          </p:nvPr>
        </p:nvSpPr>
        <p:spPr>
          <a:xfrm>
            <a:off x="1078200" y="740401"/>
            <a:ext cx="69876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200" u="none" cap="none" strike="noStrike">
                <a:solidFill>
                  <a:srgbClr val="005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Faculdade de Tecnologia de Votorantim</a:t>
            </a:r>
            <a:endParaRPr b="1" i="0" sz="1200" u="none" cap="none" strike="noStrike">
              <a:solidFill>
                <a:srgbClr val="005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200" u="none" cap="none" strike="noStrike">
                <a:solidFill>
                  <a:srgbClr val="005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Curso de Desenvolvimento de Software Multiplataforma</a:t>
            </a:r>
            <a:endParaRPr b="1" i="0" sz="1200" u="none" cap="none" strike="noStrike">
              <a:solidFill>
                <a:srgbClr val="005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200" u="none" cap="none" strike="noStrike">
                <a:solidFill>
                  <a:srgbClr val="005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Projeto Interdisciplinar IV</a:t>
            </a:r>
            <a:endParaRPr b="1" i="0" sz="1200" u="none" cap="none" strike="noStrike">
              <a:solidFill>
                <a:srgbClr val="005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2" name="Google Shape;802;p1"/>
          <p:cNvSpPr txBox="1"/>
          <p:nvPr>
            <p:ph idx="4294967295" type="subTitle"/>
          </p:nvPr>
        </p:nvSpPr>
        <p:spPr>
          <a:xfrm>
            <a:off x="3378000" y="2660759"/>
            <a:ext cx="23880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Douglas Wenzel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Eduardo Kamo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Fernando Chibli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Gustavo Ferreira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Iago Rossan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Isabel Maito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Lucas Consani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3" name="Google Shape;8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3924" y="1396417"/>
            <a:ext cx="4042199" cy="1233341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1"/>
          <p:cNvSpPr txBox="1"/>
          <p:nvPr>
            <p:ph idx="4294967295" type="subTitle"/>
          </p:nvPr>
        </p:nvSpPr>
        <p:spPr>
          <a:xfrm>
            <a:off x="4984239" y="4874741"/>
            <a:ext cx="40422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Votorantim </a:t>
            </a:r>
            <a:r>
              <a:rPr b="1" i="0" lang="es" sz="1300" u="none" cap="none" strike="noStrik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b="1" i="0" lang="es" sz="1300" u="none" cap="none" strike="noStrik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b="1" i="0" lang="es" sz="1300" u="none" cap="none" strike="noStrik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Outubro</a:t>
            </a:r>
            <a:r>
              <a:rPr b="1" i="0" lang="es" sz="1300" u="none" cap="none" strike="noStrik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 de 202</a:t>
            </a:r>
            <a:r>
              <a:rPr b="1" i="0" lang="es" sz="1300" u="none" cap="none" strike="noStrik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1300" u="none" cap="none" strike="noStrike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5" name="Google Shape;8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650" y="56013"/>
            <a:ext cx="54006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"/>
          <p:cNvSpPr txBox="1"/>
          <p:nvPr/>
        </p:nvSpPr>
        <p:spPr>
          <a:xfrm>
            <a:off x="85300" y="3843650"/>
            <a:ext cx="30426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Prof</a:t>
            </a:r>
            <a:r>
              <a:rPr b="1" baseline="30000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Felipe Medeiros</a:t>
            </a:r>
            <a:endParaRPr b="1" i="0" sz="1200" u="none" cap="none" strike="noStrike">
              <a:solidFill>
                <a:srgbClr val="005A9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Prof</a:t>
            </a:r>
            <a:r>
              <a:rPr b="1" baseline="30000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Maria Janaína da Silva Ferreira</a:t>
            </a:r>
            <a:endParaRPr b="1" i="0" sz="1200" u="none" cap="none" strike="noStrike">
              <a:solidFill>
                <a:srgbClr val="005A9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Prof</a:t>
            </a:r>
            <a:r>
              <a:rPr b="1" baseline="30000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1200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rPr>
              <a:t>Tiago Vanderlei de Arruda</a:t>
            </a:r>
            <a:endParaRPr b="1" i="0" sz="1200" u="none" cap="none" strike="noStrike">
              <a:solidFill>
                <a:srgbClr val="005A9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11fd8c1c30_0_11"/>
          <p:cNvSpPr/>
          <p:nvPr/>
        </p:nvSpPr>
        <p:spPr>
          <a:xfrm>
            <a:off x="-24300" y="4504225"/>
            <a:ext cx="9192600" cy="6393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g211fd8c1c30_0_11"/>
          <p:cNvSpPr txBox="1"/>
          <p:nvPr/>
        </p:nvSpPr>
        <p:spPr>
          <a:xfrm>
            <a:off x="1194750" y="512275"/>
            <a:ext cx="67545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" sz="4400" u="none" cap="none" strike="noStrike">
                <a:solidFill>
                  <a:srgbClr val="005A9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PROJETO</a:t>
            </a:r>
            <a:endParaRPr b="0" i="0" sz="4400" u="none" cap="none" strike="noStrike">
              <a:solidFill>
                <a:srgbClr val="005A9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13" name="Google Shape;813;g211fd8c1c30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625" y="2173738"/>
            <a:ext cx="5670759" cy="1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PROJETO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20" name="Google Shape;820;p2"/>
          <p:cNvSpPr txBox="1"/>
          <p:nvPr/>
        </p:nvSpPr>
        <p:spPr>
          <a:xfrm>
            <a:off x="374700" y="885575"/>
            <a:ext cx="8394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60045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DelBicos - Delivery de Bicos, é um projeto que propõe </a:t>
            </a: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conectar clientes e trabalhadores informais</a:t>
            </a: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na mesma vizinhança, garantindo demanda local, qualidade e segurança e será projetado através de um website. 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1" name="Google Shape;8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5075" y="2147025"/>
            <a:ext cx="5033853" cy="2783425"/>
          </a:xfrm>
          <a:prstGeom prst="rect">
            <a:avLst/>
          </a:prstGeom>
          <a:noFill/>
          <a:ln cap="flat" cmpd="sng" w="28575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2" name="Google Shape;82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7850" y="3165900"/>
            <a:ext cx="2309095" cy="1657800"/>
          </a:xfrm>
          <a:prstGeom prst="rect">
            <a:avLst/>
          </a:prstGeom>
          <a:noFill/>
          <a:ln cap="flat" cmpd="sng" w="1905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8" name="Google Shape;828;p3"/>
          <p:cNvSpPr txBox="1"/>
          <p:nvPr/>
        </p:nvSpPr>
        <p:spPr>
          <a:xfrm>
            <a:off x="253450" y="709576"/>
            <a:ext cx="84915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60045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Profissionais informais</a:t>
            </a: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de diversas vertentes, têm muita </a:t>
            </a: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dificuldade para adquirir clientes</a:t>
            </a: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na sua região de atuação, muitas vezes tendo que se deslocar por longas distâncias para chegar aos seus clientes, quando não o inverso. Enquanto que na outra ponta, </a:t>
            </a: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clientes que se mudaram há pouco tempo</a:t>
            </a: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a região encontram muita </a:t>
            </a: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dificuldade e insegurança</a:t>
            </a: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ao procurar por profissionais confiáveis para </a:t>
            </a: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realizar tarefas em suas residências.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PROJETO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31" name="Google Shape;8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165900"/>
            <a:ext cx="2743951" cy="1657800"/>
          </a:xfrm>
          <a:prstGeom prst="rect">
            <a:avLst/>
          </a:prstGeom>
          <a:noFill/>
          <a:ln cap="flat" cmpd="sng" w="1905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2" name="Google Shape;83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5125" y="3165900"/>
            <a:ext cx="2743951" cy="1657794"/>
          </a:xfrm>
          <a:prstGeom prst="rect">
            <a:avLst/>
          </a:prstGeom>
          <a:noFill/>
          <a:ln cap="flat" cmpd="sng" w="1905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3" name="Google Shape;8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9ea3f08f78_1_63"/>
          <p:cNvSpPr/>
          <p:nvPr/>
        </p:nvSpPr>
        <p:spPr>
          <a:xfrm>
            <a:off x="0" y="0"/>
            <a:ext cx="9143700" cy="5577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9ea3f08f78_1_63"/>
          <p:cNvSpPr/>
          <p:nvPr/>
        </p:nvSpPr>
        <p:spPr>
          <a:xfrm>
            <a:off x="52920" y="20160"/>
            <a:ext cx="90906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Montserrat ExtraBold"/>
              <a:buNone/>
            </a:pPr>
            <a:r>
              <a:rPr b="1" i="0" lang="es" sz="23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OBJETIVOS DE DESENVOLVIMENTO SUSTENTÁVEL (ODS)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9ea3f08f78_1_63"/>
          <p:cNvSpPr/>
          <p:nvPr/>
        </p:nvSpPr>
        <p:spPr>
          <a:xfrm>
            <a:off x="1891440" y="628722"/>
            <a:ext cx="70224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63E51"/>
              </a:buClr>
              <a:buSzPts val="1600"/>
              <a:buFont typeface="Montserrat"/>
              <a:buNone/>
            </a:pPr>
            <a:r>
              <a:rPr b="1" i="0" lang="es" sz="1600" u="none" cap="none" strike="noStrike">
                <a:solidFill>
                  <a:srgbClr val="A63E51"/>
                </a:solidFill>
                <a:latin typeface="Montserrat"/>
                <a:ea typeface="Montserrat"/>
                <a:cs typeface="Montserrat"/>
                <a:sym typeface="Montserrat"/>
              </a:rPr>
              <a:t>A plataforma cria oportunidades de trabalho digno para profissionais autônomos, estimulando o crescimento econômico local.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9ea3f08f78_1_63"/>
          <p:cNvSpPr/>
          <p:nvPr/>
        </p:nvSpPr>
        <p:spPr>
          <a:xfrm>
            <a:off x="326520" y="1801440"/>
            <a:ext cx="6090600" cy="81600"/>
          </a:xfrm>
          <a:prstGeom prst="rect">
            <a:avLst/>
          </a:prstGeom>
          <a:solidFill>
            <a:srgbClr val="A63E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9ea3f08f78_1_63"/>
          <p:cNvSpPr/>
          <p:nvPr/>
        </p:nvSpPr>
        <p:spPr>
          <a:xfrm>
            <a:off x="2714760" y="3333600"/>
            <a:ext cx="6090600" cy="816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9ea3f08f78_1_63"/>
          <p:cNvSpPr/>
          <p:nvPr/>
        </p:nvSpPr>
        <p:spPr>
          <a:xfrm>
            <a:off x="1492920" y="2179786"/>
            <a:ext cx="58776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811"/>
              </a:buClr>
              <a:buSzPts val="1600"/>
              <a:buFont typeface="Montserrat"/>
              <a:buNone/>
            </a:pPr>
            <a:r>
              <a:rPr b="1" i="0" lang="es" sz="16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Facilita o acesso a serviços essenciais para diferentes camadas sociais e promove a inclusão digital de trabalhadores informais.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4" name="Google Shape;844;g39ea3f08f78_1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304" y="650541"/>
            <a:ext cx="1504440" cy="149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g39ea3f08f78_1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9160" y="2033154"/>
            <a:ext cx="1504440" cy="149508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g39ea3f08f78_1_63"/>
          <p:cNvSpPr/>
          <p:nvPr/>
        </p:nvSpPr>
        <p:spPr>
          <a:xfrm>
            <a:off x="491040" y="4866120"/>
            <a:ext cx="6090600" cy="81600"/>
          </a:xfrm>
          <a:prstGeom prst="rect">
            <a:avLst/>
          </a:prstGeom>
          <a:solidFill>
            <a:srgbClr val="E308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9ea3f08f78_1_63"/>
          <p:cNvSpPr/>
          <p:nvPr/>
        </p:nvSpPr>
        <p:spPr>
          <a:xfrm>
            <a:off x="1830960" y="3713731"/>
            <a:ext cx="70224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30877"/>
              </a:buClr>
              <a:buSzPts val="1600"/>
              <a:buFont typeface="Montserrat"/>
              <a:buNone/>
            </a:pPr>
            <a:r>
              <a:rPr b="1" i="0" lang="es" sz="1600" u="none" cap="none" strike="noStrike">
                <a:solidFill>
                  <a:srgbClr val="E30877"/>
                </a:solidFill>
                <a:latin typeface="Montserrat"/>
                <a:ea typeface="Montserrat"/>
                <a:cs typeface="Montserrat"/>
                <a:sym typeface="Montserrat"/>
              </a:rPr>
              <a:t>Incentiva o uso de serviços locais, reduzindo a necessidade de deslocamentos longos e promovendo o desenvolvimento sustentável das comunidades.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g39ea3f08f78_1_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520" y="3584880"/>
            <a:ext cx="1504440" cy="149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g39ea3f08f78_1_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7160" y="4322880"/>
            <a:ext cx="766800" cy="75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11fd8c1c30_0_5"/>
          <p:cNvSpPr/>
          <p:nvPr/>
        </p:nvSpPr>
        <p:spPr>
          <a:xfrm>
            <a:off x="-24300" y="4743300"/>
            <a:ext cx="9192600" cy="4002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211fd8c1c30_0_5"/>
          <p:cNvSpPr txBox="1"/>
          <p:nvPr/>
        </p:nvSpPr>
        <p:spPr>
          <a:xfrm>
            <a:off x="338675" y="274750"/>
            <a:ext cx="8560200" cy="24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" sz="3800" u="none" cap="none" strike="noStrike">
                <a:solidFill>
                  <a:srgbClr val="005A9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EVOLUÇÃO DO PROJETO</a:t>
            </a:r>
            <a:endParaRPr b="0" i="0" sz="3800" u="none" cap="none" strike="noStrike">
              <a:solidFill>
                <a:srgbClr val="005A9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56" name="Google Shape;856;g211fd8c1c30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625" y="2141238"/>
            <a:ext cx="5670759" cy="1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9dff3b698e_0_12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9dff3b698e_0_12"/>
          <p:cNvSpPr txBox="1"/>
          <p:nvPr/>
        </p:nvSpPr>
        <p:spPr>
          <a:xfrm>
            <a:off x="52925" y="20100"/>
            <a:ext cx="90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3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EVOLUÇÃO DO PROJETO</a:t>
            </a:r>
            <a:endParaRPr b="0" i="0" sz="23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63" name="Google Shape;863;g39dff3b698e_0_12"/>
          <p:cNvSpPr txBox="1"/>
          <p:nvPr/>
        </p:nvSpPr>
        <p:spPr>
          <a:xfrm>
            <a:off x="466351" y="683000"/>
            <a:ext cx="206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Semestre - 2024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4" name="Google Shape;864;g39dff3b698e_0_12"/>
          <p:cNvPicPr preferRelativeResize="0"/>
          <p:nvPr/>
        </p:nvPicPr>
        <p:blipFill rotWithShape="1">
          <a:blip r:embed="rId3">
            <a:alphaModFix/>
          </a:blip>
          <a:srcRect b="0" l="2750" r="1086" t="6428"/>
          <a:stretch/>
        </p:blipFill>
        <p:spPr>
          <a:xfrm>
            <a:off x="161476" y="3245813"/>
            <a:ext cx="2671651" cy="1637278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865" name="Google Shape;865;g39dff3b698e_0_12"/>
          <p:cNvSpPr txBox="1"/>
          <p:nvPr/>
        </p:nvSpPr>
        <p:spPr>
          <a:xfrm>
            <a:off x="2940188" y="1795800"/>
            <a:ext cx="30387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implementação do site foi feita utilizando principalmente em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HTML, CSS, Bootstrap e JavaScript. 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segundo semestre utilizamos o Angular além das tecnologias anteriores.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6" name="Google Shape;866;g39dff3b698e_0_12"/>
          <p:cNvCxnSpPr/>
          <p:nvPr/>
        </p:nvCxnSpPr>
        <p:spPr>
          <a:xfrm flipH="1" rot="10800000">
            <a:off x="2833134" y="1623781"/>
            <a:ext cx="6545400" cy="11100"/>
          </a:xfrm>
          <a:prstGeom prst="straightConnector1">
            <a:avLst/>
          </a:prstGeom>
          <a:noFill/>
          <a:ln cap="flat" cmpd="sng" w="3810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g39dff3b698e_0_12"/>
          <p:cNvCxnSpPr/>
          <p:nvPr/>
        </p:nvCxnSpPr>
        <p:spPr>
          <a:xfrm flipH="1" rot="10800000">
            <a:off x="2846084" y="4627925"/>
            <a:ext cx="6391500" cy="41700"/>
          </a:xfrm>
          <a:prstGeom prst="straightConnector1">
            <a:avLst/>
          </a:prstGeom>
          <a:noFill/>
          <a:ln cap="flat" cmpd="sng" w="3810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68" name="Google Shape;868;g39dff3b698e_0_12"/>
          <p:cNvPicPr preferRelativeResize="0"/>
          <p:nvPr/>
        </p:nvPicPr>
        <p:blipFill rotWithShape="1">
          <a:blip r:embed="rId4">
            <a:alphaModFix/>
          </a:blip>
          <a:srcRect b="11055" l="987" r="2178" t="0"/>
          <a:stretch/>
        </p:blipFill>
        <p:spPr>
          <a:xfrm>
            <a:off x="6085951" y="1239075"/>
            <a:ext cx="2900650" cy="14857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869" name="Google Shape;869;g39dff3b698e_0_12"/>
          <p:cNvPicPr preferRelativeResize="0"/>
          <p:nvPr/>
        </p:nvPicPr>
        <p:blipFill rotWithShape="1">
          <a:blip r:embed="rId5">
            <a:alphaModFix/>
          </a:blip>
          <a:srcRect b="0" l="0" r="2723" t="0"/>
          <a:stretch/>
        </p:blipFill>
        <p:spPr>
          <a:xfrm>
            <a:off x="6085961" y="2981647"/>
            <a:ext cx="2900641" cy="19014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870" name="Google Shape;870;g39dff3b698e_0_12"/>
          <p:cNvSpPr txBox="1"/>
          <p:nvPr/>
        </p:nvSpPr>
        <p:spPr>
          <a:xfrm>
            <a:off x="6487800" y="682988"/>
            <a:ext cx="221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 Semestre - 2024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1" name="Google Shape;871;g39dff3b698e_0_12"/>
          <p:cNvPicPr preferRelativeResize="0"/>
          <p:nvPr/>
        </p:nvPicPr>
        <p:blipFill rotWithShape="1">
          <a:blip r:embed="rId6">
            <a:alphaModFix/>
          </a:blip>
          <a:srcRect b="0" l="2047" r="0" t="6515"/>
          <a:stretch/>
        </p:blipFill>
        <p:spPr>
          <a:xfrm>
            <a:off x="161476" y="1239063"/>
            <a:ext cx="2671658" cy="159966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"/>
          <p:cNvSpPr txBox="1"/>
          <p:nvPr/>
        </p:nvSpPr>
        <p:spPr>
          <a:xfrm>
            <a:off x="52925" y="20100"/>
            <a:ext cx="90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3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EVOLUÇÃO DO PROJETO</a:t>
            </a:r>
            <a:endParaRPr b="0" i="0" sz="23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78" name="Google Shape;878;p4"/>
          <p:cNvSpPr txBox="1"/>
          <p:nvPr/>
        </p:nvSpPr>
        <p:spPr>
          <a:xfrm>
            <a:off x="820987" y="552138"/>
            <a:ext cx="223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 Semestre - 2025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9" name="Google Shape;879;p4"/>
          <p:cNvSpPr txBox="1"/>
          <p:nvPr/>
        </p:nvSpPr>
        <p:spPr>
          <a:xfrm>
            <a:off x="3746250" y="849501"/>
            <a:ext cx="51663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Nesse semestre foi remodelado com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já configurado para receber React Native.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projeto DelBicos já conta com 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Tela de feed deslogado</a:t>
            </a:r>
            <a:r>
              <a:rPr b="1" i="0" lang="es" sz="1500" u="none" cap="none" strike="noStrike">
                <a:solidFill>
                  <a:srgbClr val="02391E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que oferece uma visão inicial dos serviços ou profissionais disponíveis, incentivando o acesso ou o registro. 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Tela de Login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permite aos usuários autenticar-se no sistema, e, em caso de falha, 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Tela de erro ao logar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é exibida com uma mensagem informativa para o usuário. Uma vez autenticado, o usuário acessa 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Tela de feed logado.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0" name="Google Shape;880;p4"/>
          <p:cNvCxnSpPr/>
          <p:nvPr/>
        </p:nvCxnSpPr>
        <p:spPr>
          <a:xfrm>
            <a:off x="3547650" y="4809581"/>
            <a:ext cx="5865900" cy="0"/>
          </a:xfrm>
          <a:prstGeom prst="straightConnector1">
            <a:avLst/>
          </a:prstGeom>
          <a:noFill/>
          <a:ln cap="flat" cmpd="sng" w="3810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p4"/>
          <p:cNvCxnSpPr/>
          <p:nvPr/>
        </p:nvCxnSpPr>
        <p:spPr>
          <a:xfrm flipH="1" rot="10800000">
            <a:off x="-3731791" y="1642156"/>
            <a:ext cx="6545400" cy="11100"/>
          </a:xfrm>
          <a:prstGeom prst="straightConnector1">
            <a:avLst/>
          </a:prstGeom>
          <a:noFill/>
          <a:ln cap="flat" cmpd="sng" w="3810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4"/>
          <p:cNvCxnSpPr/>
          <p:nvPr/>
        </p:nvCxnSpPr>
        <p:spPr>
          <a:xfrm flipH="1" rot="10800000">
            <a:off x="-3718841" y="4646300"/>
            <a:ext cx="6391500" cy="41700"/>
          </a:xfrm>
          <a:prstGeom prst="straightConnector1">
            <a:avLst/>
          </a:prstGeom>
          <a:noFill/>
          <a:ln cap="flat" cmpd="sng" w="3810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3" name="Google Shape;8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100" y="1006685"/>
            <a:ext cx="3157748" cy="1932538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884" name="Google Shape;884;p4" title="login01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100" y="3057510"/>
            <a:ext cx="3183984" cy="196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9dff3b698e_0_47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39dff3b698e_0_47"/>
          <p:cNvSpPr txBox="1"/>
          <p:nvPr/>
        </p:nvSpPr>
        <p:spPr>
          <a:xfrm>
            <a:off x="52925" y="20100"/>
            <a:ext cx="90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3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EVOLUÇÃO DO PROJETO</a:t>
            </a:r>
            <a:endParaRPr b="0" i="0" sz="23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92" name="Google Shape;892;g39dff3b698e_0_47"/>
          <p:cNvSpPr txBox="1"/>
          <p:nvPr/>
        </p:nvSpPr>
        <p:spPr>
          <a:xfrm>
            <a:off x="5345462" y="603775"/>
            <a:ext cx="223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  Semestre - 2025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3" name="Google Shape;893;g39dff3b698e_0_47"/>
          <p:cNvSpPr txBox="1"/>
          <p:nvPr/>
        </p:nvSpPr>
        <p:spPr>
          <a:xfrm>
            <a:off x="132875" y="936700"/>
            <a:ext cx="3640200" cy="3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Até o momento foram implementadas 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Área do Cliente,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Sistema de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Agendamentos com Calendário</a:t>
            </a:r>
            <a:r>
              <a:rPr b="1" i="0" lang="es" sz="1500" u="none" cap="none" strike="noStrike">
                <a:solidFill>
                  <a:srgbClr val="02391E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permitindo que usuários reservem agenda em horários específicos. Foi implementado também um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 de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Avaliações e comentários,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onde os clientes podem classificar os serviços utilizados.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4" name="Google Shape;894;g39dff3b698e_0_47"/>
          <p:cNvCxnSpPr/>
          <p:nvPr/>
        </p:nvCxnSpPr>
        <p:spPr>
          <a:xfrm>
            <a:off x="-1168525" y="4809581"/>
            <a:ext cx="5035800" cy="0"/>
          </a:xfrm>
          <a:prstGeom prst="straightConnector1">
            <a:avLst/>
          </a:prstGeom>
          <a:noFill/>
          <a:ln cap="flat" cmpd="sng" w="3810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95" name="Google Shape;895;g39dff3b698e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6" name="Google Shape;896;g39dff3b698e_0_47"/>
          <p:cNvGrpSpPr/>
          <p:nvPr/>
        </p:nvGrpSpPr>
        <p:grpSpPr>
          <a:xfrm>
            <a:off x="3867275" y="3248631"/>
            <a:ext cx="572400" cy="1579200"/>
            <a:chOff x="3765675" y="3248631"/>
            <a:chExt cx="572400" cy="1579200"/>
          </a:xfrm>
        </p:grpSpPr>
        <p:cxnSp>
          <p:nvCxnSpPr>
            <p:cNvPr id="897" name="Google Shape;897;g39dff3b698e_0_47"/>
            <p:cNvCxnSpPr/>
            <p:nvPr/>
          </p:nvCxnSpPr>
          <p:spPr>
            <a:xfrm rot="10800000">
              <a:off x="3784800" y="3248631"/>
              <a:ext cx="0" cy="1579200"/>
            </a:xfrm>
            <a:prstGeom prst="straightConnector1">
              <a:avLst/>
            </a:prstGeom>
            <a:noFill/>
            <a:ln cap="flat" cmpd="sng" w="38100">
              <a:solidFill>
                <a:srgbClr val="FF881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8" name="Google Shape;898;g39dff3b698e_0_47"/>
            <p:cNvCxnSpPr/>
            <p:nvPr/>
          </p:nvCxnSpPr>
          <p:spPr>
            <a:xfrm rot="10800000">
              <a:off x="3765675" y="3260300"/>
              <a:ext cx="572400" cy="0"/>
            </a:xfrm>
            <a:prstGeom prst="straightConnector1">
              <a:avLst/>
            </a:prstGeom>
            <a:noFill/>
            <a:ln cap="flat" cmpd="sng" w="38100">
              <a:solidFill>
                <a:srgbClr val="FF881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899" name="Google Shape;899;g39dff3b698e_0_47" title="WhatsApp Video 2025-10-29 at 22.32.20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2975" y="1116850"/>
            <a:ext cx="4704380" cy="330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d46ff0e6f2_0_0"/>
          <p:cNvSpPr/>
          <p:nvPr/>
        </p:nvSpPr>
        <p:spPr>
          <a:xfrm>
            <a:off x="-24300" y="4743300"/>
            <a:ext cx="9192600" cy="4002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2d46ff0e6f2_0_0"/>
          <p:cNvSpPr txBox="1"/>
          <p:nvPr/>
        </p:nvSpPr>
        <p:spPr>
          <a:xfrm>
            <a:off x="1194750" y="512275"/>
            <a:ext cx="67545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" sz="4400" u="none" cap="none" strike="noStrike">
                <a:solidFill>
                  <a:srgbClr val="005A9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TECNOLOGIAS</a:t>
            </a:r>
            <a:endParaRPr b="0" i="0" sz="4400" u="none" cap="none" strike="noStrike">
              <a:solidFill>
                <a:srgbClr val="005A9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06" name="Google Shape;906;g2d46ff0e6f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625" y="2115123"/>
            <a:ext cx="5670759" cy="1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11fd8c1c30_0_173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211fd8c1c30_0_173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TECNOLOGIAS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13" name="Google Shape;913;g211fd8c1c30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99" y="643074"/>
            <a:ext cx="1655651" cy="16556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14" name="Google Shape;914;g211fd8c1c30_0_173"/>
          <p:cNvPicPr preferRelativeResize="0"/>
          <p:nvPr/>
        </p:nvPicPr>
        <p:blipFill rotWithShape="1">
          <a:blip r:embed="rId4">
            <a:alphaModFix/>
          </a:blip>
          <a:srcRect b="20242" l="27065" r="31378" t="18729"/>
          <a:stretch/>
        </p:blipFill>
        <p:spPr>
          <a:xfrm>
            <a:off x="6927313" y="2527744"/>
            <a:ext cx="1655651" cy="87704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15" name="Google Shape;915;g211fd8c1c30_0_1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2148" y="3784150"/>
            <a:ext cx="1166927" cy="1166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16" name="Google Shape;916;g211fd8c1c30_0_1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5163" y="2567006"/>
            <a:ext cx="2794762" cy="79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17" name="Google Shape;917;g211fd8c1c30_0_1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3376" y="794699"/>
            <a:ext cx="1442250" cy="144222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18" name="Google Shape;918;g211fd8c1c30_0_1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45175" y="886675"/>
            <a:ext cx="2794749" cy="116696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19" name="Google Shape;919;g211fd8c1c30_0_1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g211fd8c1c30_0_173"/>
          <p:cNvPicPr preferRelativeResize="0"/>
          <p:nvPr/>
        </p:nvPicPr>
        <p:blipFill rotWithShape="1">
          <a:blip r:embed="rId10">
            <a:alphaModFix/>
          </a:blip>
          <a:srcRect b="9515" l="0" r="0" t="4061"/>
          <a:stretch/>
        </p:blipFill>
        <p:spPr>
          <a:xfrm>
            <a:off x="7010488" y="886675"/>
            <a:ext cx="1350250" cy="1166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21" name="Google Shape;921;g211fd8c1c30_0_173"/>
          <p:cNvPicPr preferRelativeResize="0"/>
          <p:nvPr/>
        </p:nvPicPr>
        <p:blipFill rotWithShape="1">
          <a:blip r:embed="rId11">
            <a:alphaModFix/>
          </a:blip>
          <a:srcRect b="22777" l="5447" r="6979" t="28406"/>
          <a:stretch/>
        </p:blipFill>
        <p:spPr>
          <a:xfrm>
            <a:off x="3745175" y="4074075"/>
            <a:ext cx="2794749" cy="877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922" name="Google Shape;922;g211fd8c1c30_0_173"/>
          <p:cNvPicPr preferRelativeResize="0"/>
          <p:nvPr/>
        </p:nvPicPr>
        <p:blipFill rotWithShape="1">
          <a:blip r:embed="rId12">
            <a:alphaModFix/>
          </a:blip>
          <a:srcRect b="6300" l="17262" r="12448" t="2914"/>
          <a:stretch/>
        </p:blipFill>
        <p:spPr>
          <a:xfrm>
            <a:off x="71875" y="2473625"/>
            <a:ext cx="3285900" cy="247747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11fd8c1c30_0_31"/>
          <p:cNvSpPr/>
          <p:nvPr/>
        </p:nvSpPr>
        <p:spPr>
          <a:xfrm>
            <a:off x="-24300" y="4743300"/>
            <a:ext cx="9192600" cy="4002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211fd8c1c30_0_31"/>
          <p:cNvSpPr txBox="1"/>
          <p:nvPr/>
        </p:nvSpPr>
        <p:spPr>
          <a:xfrm>
            <a:off x="1194750" y="512275"/>
            <a:ext cx="67545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" sz="4400" u="none" cap="none" strike="noStrike">
                <a:solidFill>
                  <a:srgbClr val="005A9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4400" u="none" cap="none" strike="noStrike">
              <a:solidFill>
                <a:srgbClr val="005A9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29" name="Google Shape;929;g211fd8c1c30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625" y="2173738"/>
            <a:ext cx="5670759" cy="1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e6e6defabe_0_8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2e6e6defabe_0_81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936" name="Google Shape;936;g2e6e6defabe_0_81"/>
          <p:cNvGrpSpPr/>
          <p:nvPr/>
        </p:nvGrpSpPr>
        <p:grpSpPr>
          <a:xfrm>
            <a:off x="-1444750" y="2036330"/>
            <a:ext cx="4799153" cy="3107158"/>
            <a:chOff x="270816" y="2171780"/>
            <a:chExt cx="5317032" cy="3460087"/>
          </a:xfrm>
        </p:grpSpPr>
        <p:sp>
          <p:nvSpPr>
            <p:cNvPr id="937" name="Google Shape;937;g2e6e6defabe_0_81"/>
            <p:cNvSpPr/>
            <p:nvPr/>
          </p:nvSpPr>
          <p:spPr>
            <a:xfrm flipH="1">
              <a:off x="1641097" y="3747964"/>
              <a:ext cx="2290387" cy="1478116"/>
            </a:xfrm>
            <a:custGeom>
              <a:rect b="b" l="l" r="r" t="t"/>
              <a:pathLst>
                <a:path extrusionOk="0" h="59094" w="83122">
                  <a:moveTo>
                    <a:pt x="2025" y="0"/>
                  </a:moveTo>
                  <a:lnTo>
                    <a:pt x="1" y="34721"/>
                  </a:lnTo>
                  <a:lnTo>
                    <a:pt x="30101" y="41603"/>
                  </a:lnTo>
                  <a:lnTo>
                    <a:pt x="40817" y="59094"/>
                  </a:lnTo>
                  <a:lnTo>
                    <a:pt x="83121" y="49330"/>
                  </a:lnTo>
                  <a:lnTo>
                    <a:pt x="40817" y="774"/>
                  </a:lnTo>
                  <a:lnTo>
                    <a:pt x="2025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g2e6e6defabe_0_81"/>
            <p:cNvSpPr/>
            <p:nvPr/>
          </p:nvSpPr>
          <p:spPr>
            <a:xfrm flipH="1">
              <a:off x="4927063" y="2902473"/>
              <a:ext cx="660785" cy="349356"/>
            </a:xfrm>
            <a:custGeom>
              <a:rect b="b" l="l" r="r" t="t"/>
              <a:pathLst>
                <a:path extrusionOk="0" h="13967" w="23981">
                  <a:moveTo>
                    <a:pt x="4596" y="0"/>
                  </a:moveTo>
                  <a:lnTo>
                    <a:pt x="3668" y="119"/>
                  </a:lnTo>
                  <a:lnTo>
                    <a:pt x="2798" y="405"/>
                  </a:lnTo>
                  <a:lnTo>
                    <a:pt x="2012" y="846"/>
                  </a:lnTo>
                  <a:lnTo>
                    <a:pt x="1322" y="1429"/>
                  </a:lnTo>
                  <a:lnTo>
                    <a:pt x="762" y="2132"/>
                  </a:lnTo>
                  <a:lnTo>
                    <a:pt x="334" y="2941"/>
                  </a:lnTo>
                  <a:lnTo>
                    <a:pt x="72" y="3834"/>
                  </a:lnTo>
                  <a:lnTo>
                    <a:pt x="24" y="4322"/>
                  </a:lnTo>
                  <a:lnTo>
                    <a:pt x="0" y="4715"/>
                  </a:lnTo>
                  <a:lnTo>
                    <a:pt x="72" y="5489"/>
                  </a:lnTo>
                  <a:lnTo>
                    <a:pt x="250" y="6227"/>
                  </a:lnTo>
                  <a:lnTo>
                    <a:pt x="560" y="6918"/>
                  </a:lnTo>
                  <a:lnTo>
                    <a:pt x="965" y="7549"/>
                  </a:lnTo>
                  <a:lnTo>
                    <a:pt x="1477" y="8109"/>
                  </a:lnTo>
                  <a:lnTo>
                    <a:pt x="2072" y="8585"/>
                  </a:lnTo>
                  <a:lnTo>
                    <a:pt x="2751" y="8966"/>
                  </a:lnTo>
                  <a:lnTo>
                    <a:pt x="3120" y="9109"/>
                  </a:lnTo>
                  <a:lnTo>
                    <a:pt x="21016" y="13967"/>
                  </a:lnTo>
                  <a:lnTo>
                    <a:pt x="23980" y="1548"/>
                  </a:lnTo>
                  <a:lnTo>
                    <a:pt x="5084" y="24"/>
                  </a:lnTo>
                  <a:lnTo>
                    <a:pt x="459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2391E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g2e6e6defabe_0_81"/>
            <p:cNvSpPr/>
            <p:nvPr/>
          </p:nvSpPr>
          <p:spPr>
            <a:xfrm flipH="1">
              <a:off x="4714123" y="3363774"/>
              <a:ext cx="648964" cy="319891"/>
            </a:xfrm>
            <a:custGeom>
              <a:rect b="b" l="l" r="r" t="t"/>
              <a:pathLst>
                <a:path extrusionOk="0" h="12789" w="23552">
                  <a:moveTo>
                    <a:pt x="22945" y="1"/>
                  </a:moveTo>
                  <a:lnTo>
                    <a:pt x="4334" y="1584"/>
                  </a:lnTo>
                  <a:lnTo>
                    <a:pt x="3858" y="1632"/>
                  </a:lnTo>
                  <a:lnTo>
                    <a:pt x="2953" y="1894"/>
                  </a:lnTo>
                  <a:lnTo>
                    <a:pt x="2144" y="2311"/>
                  </a:lnTo>
                  <a:lnTo>
                    <a:pt x="1441" y="2870"/>
                  </a:lnTo>
                  <a:lnTo>
                    <a:pt x="846" y="3549"/>
                  </a:lnTo>
                  <a:lnTo>
                    <a:pt x="405" y="4335"/>
                  </a:lnTo>
                  <a:lnTo>
                    <a:pt x="119" y="5204"/>
                  </a:lnTo>
                  <a:lnTo>
                    <a:pt x="0" y="6133"/>
                  </a:lnTo>
                  <a:lnTo>
                    <a:pt x="24" y="6621"/>
                  </a:lnTo>
                  <a:lnTo>
                    <a:pt x="60" y="7014"/>
                  </a:lnTo>
                  <a:lnTo>
                    <a:pt x="250" y="7764"/>
                  </a:lnTo>
                  <a:lnTo>
                    <a:pt x="548" y="8455"/>
                  </a:lnTo>
                  <a:lnTo>
                    <a:pt x="953" y="9098"/>
                  </a:lnTo>
                  <a:lnTo>
                    <a:pt x="1453" y="9657"/>
                  </a:lnTo>
                  <a:lnTo>
                    <a:pt x="2048" y="10133"/>
                  </a:lnTo>
                  <a:lnTo>
                    <a:pt x="2703" y="10503"/>
                  </a:lnTo>
                  <a:lnTo>
                    <a:pt x="3430" y="10776"/>
                  </a:lnTo>
                  <a:lnTo>
                    <a:pt x="3822" y="10860"/>
                  </a:lnTo>
                  <a:lnTo>
                    <a:pt x="23552" y="12789"/>
                  </a:lnTo>
                  <a:lnTo>
                    <a:pt x="22945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2391E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2e6e6defabe_0_81"/>
            <p:cNvSpPr/>
            <p:nvPr/>
          </p:nvSpPr>
          <p:spPr>
            <a:xfrm flipH="1">
              <a:off x="3237396" y="2175491"/>
              <a:ext cx="2148674" cy="2813858"/>
            </a:xfrm>
            <a:custGeom>
              <a:rect b="b" l="l" r="r" t="t"/>
              <a:pathLst>
                <a:path extrusionOk="0" h="112496" w="77979">
                  <a:moveTo>
                    <a:pt x="43163" y="1"/>
                  </a:moveTo>
                  <a:lnTo>
                    <a:pt x="42544" y="13"/>
                  </a:lnTo>
                  <a:lnTo>
                    <a:pt x="41925" y="84"/>
                  </a:lnTo>
                  <a:lnTo>
                    <a:pt x="41293" y="215"/>
                  </a:lnTo>
                  <a:lnTo>
                    <a:pt x="40984" y="311"/>
                  </a:lnTo>
                  <a:lnTo>
                    <a:pt x="4347" y="12289"/>
                  </a:lnTo>
                  <a:lnTo>
                    <a:pt x="4037" y="12396"/>
                  </a:lnTo>
                  <a:lnTo>
                    <a:pt x="3454" y="12658"/>
                  </a:lnTo>
                  <a:lnTo>
                    <a:pt x="2906" y="12967"/>
                  </a:lnTo>
                  <a:lnTo>
                    <a:pt x="2406" y="13325"/>
                  </a:lnTo>
                  <a:lnTo>
                    <a:pt x="1942" y="13729"/>
                  </a:lnTo>
                  <a:lnTo>
                    <a:pt x="1525" y="14170"/>
                  </a:lnTo>
                  <a:lnTo>
                    <a:pt x="1156" y="14646"/>
                  </a:lnTo>
                  <a:lnTo>
                    <a:pt x="822" y="15158"/>
                  </a:lnTo>
                  <a:lnTo>
                    <a:pt x="549" y="15694"/>
                  </a:lnTo>
                  <a:lnTo>
                    <a:pt x="334" y="16266"/>
                  </a:lnTo>
                  <a:lnTo>
                    <a:pt x="168" y="16837"/>
                  </a:lnTo>
                  <a:lnTo>
                    <a:pt x="60" y="17444"/>
                  </a:lnTo>
                  <a:lnTo>
                    <a:pt x="1" y="18052"/>
                  </a:lnTo>
                  <a:lnTo>
                    <a:pt x="13" y="18671"/>
                  </a:lnTo>
                  <a:lnTo>
                    <a:pt x="84" y="19290"/>
                  </a:lnTo>
                  <a:lnTo>
                    <a:pt x="215" y="19921"/>
                  </a:lnTo>
                  <a:lnTo>
                    <a:pt x="322" y="20230"/>
                  </a:lnTo>
                  <a:lnTo>
                    <a:pt x="29065" y="108150"/>
                  </a:lnTo>
                  <a:lnTo>
                    <a:pt x="29232" y="108626"/>
                  </a:lnTo>
                  <a:lnTo>
                    <a:pt x="29684" y="109519"/>
                  </a:lnTo>
                  <a:lnTo>
                    <a:pt x="30268" y="110317"/>
                  </a:lnTo>
                  <a:lnTo>
                    <a:pt x="30958" y="110996"/>
                  </a:lnTo>
                  <a:lnTo>
                    <a:pt x="31744" y="111567"/>
                  </a:lnTo>
                  <a:lnTo>
                    <a:pt x="32613" y="112019"/>
                  </a:lnTo>
                  <a:lnTo>
                    <a:pt x="33554" y="112317"/>
                  </a:lnTo>
                  <a:lnTo>
                    <a:pt x="34530" y="112484"/>
                  </a:lnTo>
                  <a:lnTo>
                    <a:pt x="35042" y="112496"/>
                  </a:lnTo>
                  <a:lnTo>
                    <a:pt x="35054" y="112496"/>
                  </a:lnTo>
                  <a:lnTo>
                    <a:pt x="35554" y="112472"/>
                  </a:lnTo>
                  <a:lnTo>
                    <a:pt x="36531" y="112317"/>
                  </a:lnTo>
                  <a:lnTo>
                    <a:pt x="37007" y="112174"/>
                  </a:lnTo>
                  <a:lnTo>
                    <a:pt x="73656" y="100196"/>
                  </a:lnTo>
                  <a:lnTo>
                    <a:pt x="73954" y="100089"/>
                  </a:lnTo>
                  <a:lnTo>
                    <a:pt x="74537" y="99839"/>
                  </a:lnTo>
                  <a:lnTo>
                    <a:pt x="75085" y="99517"/>
                  </a:lnTo>
                  <a:lnTo>
                    <a:pt x="75585" y="99160"/>
                  </a:lnTo>
                  <a:lnTo>
                    <a:pt x="76049" y="98767"/>
                  </a:lnTo>
                  <a:lnTo>
                    <a:pt x="76466" y="98315"/>
                  </a:lnTo>
                  <a:lnTo>
                    <a:pt x="76847" y="97839"/>
                  </a:lnTo>
                  <a:lnTo>
                    <a:pt x="77169" y="97327"/>
                  </a:lnTo>
                  <a:lnTo>
                    <a:pt x="77442" y="96791"/>
                  </a:lnTo>
                  <a:lnTo>
                    <a:pt x="77657" y="96231"/>
                  </a:lnTo>
                  <a:lnTo>
                    <a:pt x="77823" y="95648"/>
                  </a:lnTo>
                  <a:lnTo>
                    <a:pt x="77931" y="95052"/>
                  </a:lnTo>
                  <a:lnTo>
                    <a:pt x="77978" y="94433"/>
                  </a:lnTo>
                  <a:lnTo>
                    <a:pt x="77978" y="93814"/>
                  </a:lnTo>
                  <a:lnTo>
                    <a:pt x="77907" y="93195"/>
                  </a:lnTo>
                  <a:lnTo>
                    <a:pt x="77764" y="92576"/>
                  </a:lnTo>
                  <a:lnTo>
                    <a:pt x="77669" y="92266"/>
                  </a:lnTo>
                  <a:lnTo>
                    <a:pt x="48926" y="4335"/>
                  </a:lnTo>
                  <a:lnTo>
                    <a:pt x="48819" y="4025"/>
                  </a:lnTo>
                  <a:lnTo>
                    <a:pt x="48557" y="3442"/>
                  </a:lnTo>
                  <a:lnTo>
                    <a:pt x="48247" y="2906"/>
                  </a:lnTo>
                  <a:lnTo>
                    <a:pt x="47890" y="2394"/>
                  </a:lnTo>
                  <a:lnTo>
                    <a:pt x="47485" y="1930"/>
                  </a:lnTo>
                  <a:lnTo>
                    <a:pt x="47044" y="1513"/>
                  </a:lnTo>
                  <a:lnTo>
                    <a:pt x="46568" y="1144"/>
                  </a:lnTo>
                  <a:lnTo>
                    <a:pt x="46056" y="822"/>
                  </a:lnTo>
                  <a:lnTo>
                    <a:pt x="45520" y="549"/>
                  </a:lnTo>
                  <a:lnTo>
                    <a:pt x="44961" y="322"/>
                  </a:lnTo>
                  <a:lnTo>
                    <a:pt x="44377" y="156"/>
                  </a:lnTo>
                  <a:lnTo>
                    <a:pt x="43770" y="49"/>
                  </a:lnTo>
                  <a:lnTo>
                    <a:pt x="43163" y="1"/>
                  </a:lnTo>
                  <a:close/>
                </a:path>
              </a:pathLst>
            </a:custGeom>
            <a:solidFill>
              <a:srgbClr val="01808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2e6e6defabe_0_81"/>
            <p:cNvSpPr/>
            <p:nvPr/>
          </p:nvSpPr>
          <p:spPr>
            <a:xfrm flipH="1">
              <a:off x="3241336" y="2179068"/>
              <a:ext cx="2140463" cy="2806704"/>
            </a:xfrm>
            <a:custGeom>
              <a:rect b="b" l="l" r="r" t="t"/>
              <a:pathLst>
                <a:path extrusionOk="0" fill="none" h="112210" w="77681">
                  <a:moveTo>
                    <a:pt x="42782" y="1"/>
                  </a:moveTo>
                  <a:lnTo>
                    <a:pt x="43282" y="13"/>
                  </a:lnTo>
                  <a:lnTo>
                    <a:pt x="44246" y="168"/>
                  </a:lnTo>
                  <a:lnTo>
                    <a:pt x="45151" y="477"/>
                  </a:lnTo>
                  <a:lnTo>
                    <a:pt x="45996" y="906"/>
                  </a:lnTo>
                  <a:lnTo>
                    <a:pt x="46770" y="1465"/>
                  </a:lnTo>
                  <a:lnTo>
                    <a:pt x="47449" y="2132"/>
                  </a:lnTo>
                  <a:lnTo>
                    <a:pt x="48009" y="2906"/>
                  </a:lnTo>
                  <a:lnTo>
                    <a:pt x="48461" y="3775"/>
                  </a:lnTo>
                  <a:lnTo>
                    <a:pt x="48628" y="4240"/>
                  </a:lnTo>
                  <a:lnTo>
                    <a:pt x="77371" y="92171"/>
                  </a:lnTo>
                  <a:lnTo>
                    <a:pt x="77466" y="92469"/>
                  </a:lnTo>
                  <a:lnTo>
                    <a:pt x="77597" y="93076"/>
                  </a:lnTo>
                  <a:lnTo>
                    <a:pt x="77668" y="93683"/>
                  </a:lnTo>
                  <a:lnTo>
                    <a:pt x="77680" y="94290"/>
                  </a:lnTo>
                  <a:lnTo>
                    <a:pt x="77621" y="94886"/>
                  </a:lnTo>
                  <a:lnTo>
                    <a:pt x="77514" y="95469"/>
                  </a:lnTo>
                  <a:lnTo>
                    <a:pt x="77359" y="96041"/>
                  </a:lnTo>
                  <a:lnTo>
                    <a:pt x="77144" y="96588"/>
                  </a:lnTo>
                  <a:lnTo>
                    <a:pt x="76871" y="97124"/>
                  </a:lnTo>
                  <a:lnTo>
                    <a:pt x="76561" y="97624"/>
                  </a:lnTo>
                  <a:lnTo>
                    <a:pt x="76192" y="98088"/>
                  </a:lnTo>
                  <a:lnTo>
                    <a:pt x="75787" y="98517"/>
                  </a:lnTo>
                  <a:lnTo>
                    <a:pt x="75335" y="98910"/>
                  </a:lnTo>
                  <a:lnTo>
                    <a:pt x="74846" y="99267"/>
                  </a:lnTo>
                  <a:lnTo>
                    <a:pt x="74311" y="99565"/>
                  </a:lnTo>
                  <a:lnTo>
                    <a:pt x="73739" y="99815"/>
                  </a:lnTo>
                  <a:lnTo>
                    <a:pt x="73441" y="99922"/>
                  </a:lnTo>
                  <a:lnTo>
                    <a:pt x="36793" y="111900"/>
                  </a:lnTo>
                  <a:lnTo>
                    <a:pt x="36495" y="111996"/>
                  </a:lnTo>
                  <a:lnTo>
                    <a:pt x="35888" y="112127"/>
                  </a:lnTo>
                  <a:lnTo>
                    <a:pt x="35280" y="112198"/>
                  </a:lnTo>
                  <a:lnTo>
                    <a:pt x="34673" y="112210"/>
                  </a:lnTo>
                  <a:lnTo>
                    <a:pt x="34078" y="112150"/>
                  </a:lnTo>
                  <a:lnTo>
                    <a:pt x="33494" y="112043"/>
                  </a:lnTo>
                  <a:lnTo>
                    <a:pt x="32923" y="111888"/>
                  </a:lnTo>
                  <a:lnTo>
                    <a:pt x="32375" y="111674"/>
                  </a:lnTo>
                  <a:lnTo>
                    <a:pt x="31851" y="111400"/>
                  </a:lnTo>
                  <a:lnTo>
                    <a:pt x="31351" y="111091"/>
                  </a:lnTo>
                  <a:lnTo>
                    <a:pt x="30887" y="110722"/>
                  </a:lnTo>
                  <a:lnTo>
                    <a:pt x="30458" y="110317"/>
                  </a:lnTo>
                  <a:lnTo>
                    <a:pt x="30065" y="109864"/>
                  </a:lnTo>
                  <a:lnTo>
                    <a:pt x="29720" y="109376"/>
                  </a:lnTo>
                  <a:lnTo>
                    <a:pt x="29410" y="108840"/>
                  </a:lnTo>
                  <a:lnTo>
                    <a:pt x="29160" y="108269"/>
                  </a:lnTo>
                  <a:lnTo>
                    <a:pt x="29053" y="107971"/>
                  </a:lnTo>
                  <a:lnTo>
                    <a:pt x="298" y="20040"/>
                  </a:lnTo>
                  <a:lnTo>
                    <a:pt x="215" y="19730"/>
                  </a:lnTo>
                  <a:lnTo>
                    <a:pt x="72" y="19123"/>
                  </a:lnTo>
                  <a:lnTo>
                    <a:pt x="13" y="18516"/>
                  </a:lnTo>
                  <a:lnTo>
                    <a:pt x="1" y="17920"/>
                  </a:lnTo>
                  <a:lnTo>
                    <a:pt x="48" y="17313"/>
                  </a:lnTo>
                  <a:lnTo>
                    <a:pt x="155" y="16730"/>
                  </a:lnTo>
                  <a:lnTo>
                    <a:pt x="322" y="16170"/>
                  </a:lnTo>
                  <a:lnTo>
                    <a:pt x="536" y="15611"/>
                  </a:lnTo>
                  <a:lnTo>
                    <a:pt x="798" y="15087"/>
                  </a:lnTo>
                  <a:lnTo>
                    <a:pt x="1120" y="14587"/>
                  </a:lnTo>
                  <a:lnTo>
                    <a:pt x="1477" y="14122"/>
                  </a:lnTo>
                  <a:lnTo>
                    <a:pt x="1894" y="13694"/>
                  </a:lnTo>
                  <a:lnTo>
                    <a:pt x="2334" y="13301"/>
                  </a:lnTo>
                  <a:lnTo>
                    <a:pt x="2834" y="12943"/>
                  </a:lnTo>
                  <a:lnTo>
                    <a:pt x="3370" y="12646"/>
                  </a:lnTo>
                  <a:lnTo>
                    <a:pt x="3930" y="12396"/>
                  </a:lnTo>
                  <a:lnTo>
                    <a:pt x="4239" y="12289"/>
                  </a:lnTo>
                  <a:lnTo>
                    <a:pt x="40888" y="310"/>
                  </a:lnTo>
                  <a:lnTo>
                    <a:pt x="41353" y="168"/>
                  </a:lnTo>
                  <a:lnTo>
                    <a:pt x="42305" y="13"/>
                  </a:lnTo>
                  <a:lnTo>
                    <a:pt x="42794" y="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2e6e6defabe_0_81"/>
            <p:cNvSpPr/>
            <p:nvPr/>
          </p:nvSpPr>
          <p:spPr>
            <a:xfrm flipH="1">
              <a:off x="3219847" y="2171780"/>
              <a:ext cx="2156830" cy="2821287"/>
            </a:xfrm>
            <a:custGeom>
              <a:rect b="b" l="l" r="r" t="t"/>
              <a:pathLst>
                <a:path extrusionOk="0" h="112793" w="78275">
                  <a:moveTo>
                    <a:pt x="43079" y="0"/>
                  </a:moveTo>
                  <a:lnTo>
                    <a:pt x="43085" y="0"/>
                  </a:lnTo>
                  <a:lnTo>
                    <a:pt x="43085" y="0"/>
                  </a:lnTo>
                  <a:lnTo>
                    <a:pt x="43091" y="0"/>
                  </a:lnTo>
                  <a:close/>
                  <a:moveTo>
                    <a:pt x="43085" y="0"/>
                  </a:moveTo>
                  <a:lnTo>
                    <a:pt x="42579" y="24"/>
                  </a:lnTo>
                  <a:lnTo>
                    <a:pt x="41578" y="179"/>
                  </a:lnTo>
                  <a:lnTo>
                    <a:pt x="41090" y="322"/>
                  </a:lnTo>
                  <a:lnTo>
                    <a:pt x="4441" y="12300"/>
                  </a:lnTo>
                  <a:lnTo>
                    <a:pt x="4132" y="12407"/>
                  </a:lnTo>
                  <a:lnTo>
                    <a:pt x="3536" y="12681"/>
                  </a:lnTo>
                  <a:lnTo>
                    <a:pt x="2977" y="12990"/>
                  </a:lnTo>
                  <a:lnTo>
                    <a:pt x="2465" y="13360"/>
                  </a:lnTo>
                  <a:lnTo>
                    <a:pt x="1988" y="13776"/>
                  </a:lnTo>
                  <a:lnTo>
                    <a:pt x="1560" y="14229"/>
                  </a:lnTo>
                  <a:lnTo>
                    <a:pt x="1179" y="14717"/>
                  </a:lnTo>
                  <a:lnTo>
                    <a:pt x="845" y="15241"/>
                  </a:lnTo>
                  <a:lnTo>
                    <a:pt x="572" y="15788"/>
                  </a:lnTo>
                  <a:lnTo>
                    <a:pt x="345" y="16372"/>
                  </a:lnTo>
                  <a:lnTo>
                    <a:pt x="167" y="16967"/>
                  </a:lnTo>
                  <a:lnTo>
                    <a:pt x="60" y="17574"/>
                  </a:lnTo>
                  <a:lnTo>
                    <a:pt x="0" y="18206"/>
                  </a:lnTo>
                  <a:lnTo>
                    <a:pt x="12" y="18837"/>
                  </a:lnTo>
                  <a:lnTo>
                    <a:pt x="83" y="19468"/>
                  </a:lnTo>
                  <a:lnTo>
                    <a:pt x="226" y="20111"/>
                  </a:lnTo>
                  <a:lnTo>
                    <a:pt x="321" y="20432"/>
                  </a:lnTo>
                  <a:lnTo>
                    <a:pt x="29064" y="108351"/>
                  </a:lnTo>
                  <a:lnTo>
                    <a:pt x="29172" y="108673"/>
                  </a:lnTo>
                  <a:lnTo>
                    <a:pt x="29433" y="109268"/>
                  </a:lnTo>
                  <a:lnTo>
                    <a:pt x="29755" y="109828"/>
                  </a:lnTo>
                  <a:lnTo>
                    <a:pt x="30124" y="110340"/>
                  </a:lnTo>
                  <a:lnTo>
                    <a:pt x="30529" y="110816"/>
                  </a:lnTo>
                  <a:lnTo>
                    <a:pt x="30981" y="111245"/>
                  </a:lnTo>
                  <a:lnTo>
                    <a:pt x="31470" y="111626"/>
                  </a:lnTo>
                  <a:lnTo>
                    <a:pt x="31993" y="111959"/>
                  </a:lnTo>
                  <a:lnTo>
                    <a:pt x="32553" y="112233"/>
                  </a:lnTo>
                  <a:lnTo>
                    <a:pt x="33125" y="112459"/>
                  </a:lnTo>
                  <a:lnTo>
                    <a:pt x="33720" y="112626"/>
                  </a:lnTo>
                  <a:lnTo>
                    <a:pt x="34339" y="112745"/>
                  </a:lnTo>
                  <a:lnTo>
                    <a:pt x="34958" y="112793"/>
                  </a:lnTo>
                  <a:lnTo>
                    <a:pt x="35589" y="112781"/>
                  </a:lnTo>
                  <a:lnTo>
                    <a:pt x="36232" y="112709"/>
                  </a:lnTo>
                  <a:lnTo>
                    <a:pt x="36863" y="112566"/>
                  </a:lnTo>
                  <a:lnTo>
                    <a:pt x="37185" y="112471"/>
                  </a:lnTo>
                  <a:lnTo>
                    <a:pt x="73834" y="100493"/>
                  </a:lnTo>
                  <a:lnTo>
                    <a:pt x="74143" y="100386"/>
                  </a:lnTo>
                  <a:lnTo>
                    <a:pt x="74739" y="100124"/>
                  </a:lnTo>
                  <a:lnTo>
                    <a:pt x="75298" y="99802"/>
                  </a:lnTo>
                  <a:lnTo>
                    <a:pt x="75810" y="99433"/>
                  </a:lnTo>
                  <a:lnTo>
                    <a:pt x="76287" y="99028"/>
                  </a:lnTo>
                  <a:lnTo>
                    <a:pt x="76715" y="98576"/>
                  </a:lnTo>
                  <a:lnTo>
                    <a:pt x="77096" y="98088"/>
                  </a:lnTo>
                  <a:lnTo>
                    <a:pt x="77430" y="97564"/>
                  </a:lnTo>
                  <a:lnTo>
                    <a:pt x="77703" y="97004"/>
                  </a:lnTo>
                  <a:lnTo>
                    <a:pt x="77930" y="96433"/>
                  </a:lnTo>
                  <a:lnTo>
                    <a:pt x="78108" y="95837"/>
                  </a:lnTo>
                  <a:lnTo>
                    <a:pt x="78215" y="95218"/>
                  </a:lnTo>
                  <a:lnTo>
                    <a:pt x="78275" y="94599"/>
                  </a:lnTo>
                  <a:lnTo>
                    <a:pt x="78263" y="93968"/>
                  </a:lnTo>
                  <a:lnTo>
                    <a:pt x="78192" y="93325"/>
                  </a:lnTo>
                  <a:lnTo>
                    <a:pt x="78049" y="92694"/>
                  </a:lnTo>
                  <a:lnTo>
                    <a:pt x="77953" y="92373"/>
                  </a:lnTo>
                  <a:lnTo>
                    <a:pt x="49211" y="4441"/>
                  </a:lnTo>
                  <a:lnTo>
                    <a:pt x="49032" y="3953"/>
                  </a:lnTo>
                  <a:lnTo>
                    <a:pt x="48568" y="3048"/>
                  </a:lnTo>
                  <a:lnTo>
                    <a:pt x="47972" y="2239"/>
                  </a:lnTo>
                  <a:lnTo>
                    <a:pt x="47258" y="1536"/>
                  </a:lnTo>
                  <a:lnTo>
                    <a:pt x="46448" y="953"/>
                  </a:lnTo>
                  <a:lnTo>
                    <a:pt x="45567" y="500"/>
                  </a:lnTo>
                  <a:lnTo>
                    <a:pt x="44615" y="179"/>
                  </a:lnTo>
                  <a:lnTo>
                    <a:pt x="43603" y="24"/>
                  </a:lnTo>
                  <a:lnTo>
                    <a:pt x="4308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FF881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g2e6e6defabe_0_81"/>
            <p:cNvSpPr/>
            <p:nvPr/>
          </p:nvSpPr>
          <p:spPr>
            <a:xfrm flipH="1">
              <a:off x="3370274" y="2459605"/>
              <a:ext cx="1875361" cy="2261097"/>
            </a:xfrm>
            <a:custGeom>
              <a:rect b="b" l="l" r="r" t="t"/>
              <a:pathLst>
                <a:path extrusionOk="0" h="90397" w="68060">
                  <a:moveTo>
                    <a:pt x="43127" y="1"/>
                  </a:moveTo>
                  <a:lnTo>
                    <a:pt x="1" y="14099"/>
                  </a:lnTo>
                  <a:lnTo>
                    <a:pt x="24946" y="90397"/>
                  </a:lnTo>
                  <a:lnTo>
                    <a:pt x="68060" y="76299"/>
                  </a:lnTo>
                  <a:lnTo>
                    <a:pt x="431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g2e6e6defabe_0_81"/>
            <p:cNvSpPr/>
            <p:nvPr/>
          </p:nvSpPr>
          <p:spPr>
            <a:xfrm flipH="1">
              <a:off x="3741195" y="4576899"/>
              <a:ext cx="335311" cy="162334"/>
            </a:xfrm>
            <a:custGeom>
              <a:rect b="b" l="l" r="r" t="t"/>
              <a:pathLst>
                <a:path extrusionOk="0" h="6490" w="12169">
                  <a:moveTo>
                    <a:pt x="10240" y="429"/>
                  </a:moveTo>
                  <a:lnTo>
                    <a:pt x="10752" y="476"/>
                  </a:lnTo>
                  <a:lnTo>
                    <a:pt x="11205" y="703"/>
                  </a:lnTo>
                  <a:lnTo>
                    <a:pt x="11550" y="1096"/>
                  </a:lnTo>
                  <a:lnTo>
                    <a:pt x="11645" y="1346"/>
                  </a:lnTo>
                  <a:lnTo>
                    <a:pt x="11693" y="1489"/>
                  </a:lnTo>
                  <a:lnTo>
                    <a:pt x="11764" y="1750"/>
                  </a:lnTo>
                  <a:lnTo>
                    <a:pt x="11717" y="2274"/>
                  </a:lnTo>
                  <a:lnTo>
                    <a:pt x="11490" y="2727"/>
                  </a:lnTo>
                  <a:lnTo>
                    <a:pt x="11097" y="3060"/>
                  </a:lnTo>
                  <a:lnTo>
                    <a:pt x="10847" y="3167"/>
                  </a:lnTo>
                  <a:lnTo>
                    <a:pt x="2227" y="5989"/>
                  </a:lnTo>
                  <a:lnTo>
                    <a:pt x="1965" y="6049"/>
                  </a:lnTo>
                  <a:lnTo>
                    <a:pt x="1441" y="6013"/>
                  </a:lnTo>
                  <a:lnTo>
                    <a:pt x="989" y="5775"/>
                  </a:lnTo>
                  <a:lnTo>
                    <a:pt x="655" y="5394"/>
                  </a:lnTo>
                  <a:lnTo>
                    <a:pt x="548" y="5144"/>
                  </a:lnTo>
                  <a:lnTo>
                    <a:pt x="488" y="5001"/>
                  </a:lnTo>
                  <a:lnTo>
                    <a:pt x="429" y="4727"/>
                  </a:lnTo>
                  <a:lnTo>
                    <a:pt x="465" y="4215"/>
                  </a:lnTo>
                  <a:lnTo>
                    <a:pt x="703" y="3763"/>
                  </a:lnTo>
                  <a:lnTo>
                    <a:pt x="1096" y="3429"/>
                  </a:lnTo>
                  <a:lnTo>
                    <a:pt x="1346" y="3322"/>
                  </a:lnTo>
                  <a:lnTo>
                    <a:pt x="9978" y="500"/>
                  </a:lnTo>
                  <a:lnTo>
                    <a:pt x="10240" y="429"/>
                  </a:lnTo>
                  <a:close/>
                  <a:moveTo>
                    <a:pt x="10359" y="0"/>
                  </a:moveTo>
                  <a:lnTo>
                    <a:pt x="10002" y="48"/>
                  </a:lnTo>
                  <a:lnTo>
                    <a:pt x="9835" y="95"/>
                  </a:lnTo>
                  <a:lnTo>
                    <a:pt x="1215" y="2917"/>
                  </a:lnTo>
                  <a:lnTo>
                    <a:pt x="1036" y="2977"/>
                  </a:lnTo>
                  <a:lnTo>
                    <a:pt x="739" y="3155"/>
                  </a:lnTo>
                  <a:lnTo>
                    <a:pt x="477" y="3370"/>
                  </a:lnTo>
                  <a:lnTo>
                    <a:pt x="274" y="3644"/>
                  </a:lnTo>
                  <a:lnTo>
                    <a:pt x="119" y="3941"/>
                  </a:lnTo>
                  <a:lnTo>
                    <a:pt x="24" y="4263"/>
                  </a:lnTo>
                  <a:lnTo>
                    <a:pt x="0" y="4608"/>
                  </a:lnTo>
                  <a:lnTo>
                    <a:pt x="36" y="4953"/>
                  </a:lnTo>
                  <a:lnTo>
                    <a:pt x="84" y="5132"/>
                  </a:lnTo>
                  <a:lnTo>
                    <a:pt x="131" y="5275"/>
                  </a:lnTo>
                  <a:lnTo>
                    <a:pt x="191" y="5453"/>
                  </a:lnTo>
                  <a:lnTo>
                    <a:pt x="369" y="5751"/>
                  </a:lnTo>
                  <a:lnTo>
                    <a:pt x="596" y="6013"/>
                  </a:lnTo>
                  <a:lnTo>
                    <a:pt x="858" y="6215"/>
                  </a:lnTo>
                  <a:lnTo>
                    <a:pt x="1167" y="6370"/>
                  </a:lnTo>
                  <a:lnTo>
                    <a:pt x="1489" y="6466"/>
                  </a:lnTo>
                  <a:lnTo>
                    <a:pt x="1822" y="6489"/>
                  </a:lnTo>
                  <a:lnTo>
                    <a:pt x="2179" y="6454"/>
                  </a:lnTo>
                  <a:lnTo>
                    <a:pt x="2346" y="6406"/>
                  </a:lnTo>
                  <a:lnTo>
                    <a:pt x="10978" y="3572"/>
                  </a:lnTo>
                  <a:lnTo>
                    <a:pt x="11252" y="3465"/>
                  </a:lnTo>
                  <a:lnTo>
                    <a:pt x="11502" y="3310"/>
                  </a:lnTo>
                  <a:lnTo>
                    <a:pt x="11490" y="3310"/>
                  </a:lnTo>
                  <a:lnTo>
                    <a:pt x="11705" y="3132"/>
                  </a:lnTo>
                  <a:lnTo>
                    <a:pt x="12014" y="2691"/>
                  </a:lnTo>
                  <a:lnTo>
                    <a:pt x="12169" y="2179"/>
                  </a:lnTo>
                  <a:lnTo>
                    <a:pt x="12169" y="1631"/>
                  </a:lnTo>
                  <a:lnTo>
                    <a:pt x="12098" y="1369"/>
                  </a:lnTo>
                  <a:lnTo>
                    <a:pt x="12050" y="1215"/>
                  </a:lnTo>
                  <a:lnTo>
                    <a:pt x="11990" y="1048"/>
                  </a:lnTo>
                  <a:lnTo>
                    <a:pt x="11812" y="750"/>
                  </a:lnTo>
                  <a:lnTo>
                    <a:pt x="11586" y="488"/>
                  </a:lnTo>
                  <a:lnTo>
                    <a:pt x="11324" y="286"/>
                  </a:lnTo>
                  <a:lnTo>
                    <a:pt x="11014" y="131"/>
                  </a:lnTo>
                  <a:lnTo>
                    <a:pt x="10693" y="36"/>
                  </a:lnTo>
                  <a:lnTo>
                    <a:pt x="103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g2e6e6defabe_0_81"/>
            <p:cNvSpPr/>
            <p:nvPr/>
          </p:nvSpPr>
          <p:spPr>
            <a:xfrm flipH="1">
              <a:off x="3720320" y="2988840"/>
              <a:ext cx="1461657" cy="405960"/>
            </a:xfrm>
            <a:custGeom>
              <a:rect b="b" l="l" r="r" t="t"/>
              <a:pathLst>
                <a:path extrusionOk="0" h="16230" w="53046">
                  <a:moveTo>
                    <a:pt x="1" y="0"/>
                  </a:moveTo>
                  <a:lnTo>
                    <a:pt x="2656" y="8799"/>
                  </a:lnTo>
                  <a:lnTo>
                    <a:pt x="53045" y="16229"/>
                  </a:lnTo>
                  <a:lnTo>
                    <a:pt x="48926" y="36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g2e6e6defabe_0_81"/>
            <p:cNvSpPr/>
            <p:nvPr/>
          </p:nvSpPr>
          <p:spPr>
            <a:xfrm flipH="1">
              <a:off x="270816" y="4285008"/>
              <a:ext cx="2737657" cy="1346859"/>
            </a:xfrm>
            <a:custGeom>
              <a:rect b="b" l="l" r="r" t="t"/>
              <a:pathLst>
                <a:path extrusionOk="0" h="42639" w="78657">
                  <a:moveTo>
                    <a:pt x="28338" y="1"/>
                  </a:moveTo>
                  <a:lnTo>
                    <a:pt x="0" y="36269"/>
                  </a:lnTo>
                  <a:lnTo>
                    <a:pt x="5561" y="42639"/>
                  </a:lnTo>
                  <a:lnTo>
                    <a:pt x="78656" y="42639"/>
                  </a:lnTo>
                  <a:lnTo>
                    <a:pt x="28338" y="1"/>
                  </a:lnTo>
                  <a:close/>
                </a:path>
              </a:pathLst>
            </a:custGeom>
            <a:solidFill>
              <a:srgbClr val="FF8811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5A9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g2e6e6defabe_0_81"/>
            <p:cNvSpPr/>
            <p:nvPr/>
          </p:nvSpPr>
          <p:spPr>
            <a:xfrm flipH="1">
              <a:off x="4668746" y="2453952"/>
              <a:ext cx="47284" cy="43222"/>
            </a:xfrm>
            <a:custGeom>
              <a:rect b="b" l="l" r="r" t="t"/>
              <a:pathLst>
                <a:path extrusionOk="0" h="1728" w="1716">
                  <a:moveTo>
                    <a:pt x="810" y="477"/>
                  </a:moveTo>
                  <a:lnTo>
                    <a:pt x="953" y="489"/>
                  </a:lnTo>
                  <a:lnTo>
                    <a:pt x="1024" y="525"/>
                  </a:lnTo>
                  <a:lnTo>
                    <a:pt x="1096" y="560"/>
                  </a:lnTo>
                  <a:lnTo>
                    <a:pt x="1191" y="668"/>
                  </a:lnTo>
                  <a:lnTo>
                    <a:pt x="1227" y="739"/>
                  </a:lnTo>
                  <a:lnTo>
                    <a:pt x="1251" y="834"/>
                  </a:lnTo>
                  <a:lnTo>
                    <a:pt x="1215" y="1025"/>
                  </a:lnTo>
                  <a:lnTo>
                    <a:pt x="1108" y="1168"/>
                  </a:lnTo>
                  <a:lnTo>
                    <a:pt x="941" y="1239"/>
                  </a:lnTo>
                  <a:lnTo>
                    <a:pt x="834" y="1251"/>
                  </a:lnTo>
                  <a:lnTo>
                    <a:pt x="739" y="1227"/>
                  </a:lnTo>
                  <a:lnTo>
                    <a:pt x="584" y="1132"/>
                  </a:lnTo>
                  <a:lnTo>
                    <a:pt x="489" y="977"/>
                  </a:lnTo>
                  <a:lnTo>
                    <a:pt x="477" y="787"/>
                  </a:lnTo>
                  <a:lnTo>
                    <a:pt x="512" y="691"/>
                  </a:lnTo>
                  <a:lnTo>
                    <a:pt x="560" y="620"/>
                  </a:lnTo>
                  <a:lnTo>
                    <a:pt x="620" y="560"/>
                  </a:lnTo>
                  <a:lnTo>
                    <a:pt x="632" y="560"/>
                  </a:lnTo>
                  <a:lnTo>
                    <a:pt x="679" y="525"/>
                  </a:lnTo>
                  <a:lnTo>
                    <a:pt x="727" y="501"/>
                  </a:lnTo>
                  <a:lnTo>
                    <a:pt x="810" y="477"/>
                  </a:lnTo>
                  <a:close/>
                  <a:moveTo>
                    <a:pt x="751" y="1"/>
                  </a:moveTo>
                  <a:lnTo>
                    <a:pt x="584" y="48"/>
                  </a:lnTo>
                  <a:lnTo>
                    <a:pt x="417" y="120"/>
                  </a:lnTo>
                  <a:lnTo>
                    <a:pt x="167" y="346"/>
                  </a:lnTo>
                  <a:lnTo>
                    <a:pt x="24" y="644"/>
                  </a:lnTo>
                  <a:lnTo>
                    <a:pt x="0" y="977"/>
                  </a:lnTo>
                  <a:lnTo>
                    <a:pt x="48" y="1144"/>
                  </a:lnTo>
                  <a:lnTo>
                    <a:pt x="108" y="1310"/>
                  </a:lnTo>
                  <a:lnTo>
                    <a:pt x="334" y="1561"/>
                  </a:lnTo>
                  <a:lnTo>
                    <a:pt x="632" y="1703"/>
                  </a:lnTo>
                  <a:lnTo>
                    <a:pt x="977" y="1727"/>
                  </a:lnTo>
                  <a:lnTo>
                    <a:pt x="1144" y="1680"/>
                  </a:lnTo>
                  <a:lnTo>
                    <a:pt x="1274" y="1620"/>
                  </a:lnTo>
                  <a:lnTo>
                    <a:pt x="1394" y="1549"/>
                  </a:lnTo>
                  <a:lnTo>
                    <a:pt x="1394" y="1537"/>
                  </a:lnTo>
                  <a:lnTo>
                    <a:pt x="1525" y="1418"/>
                  </a:lnTo>
                  <a:lnTo>
                    <a:pt x="1679" y="1156"/>
                  </a:lnTo>
                  <a:lnTo>
                    <a:pt x="1715" y="858"/>
                  </a:lnTo>
                  <a:lnTo>
                    <a:pt x="1667" y="584"/>
                  </a:lnTo>
                  <a:lnTo>
                    <a:pt x="1525" y="334"/>
                  </a:lnTo>
                  <a:lnTo>
                    <a:pt x="1322" y="144"/>
                  </a:lnTo>
                  <a:lnTo>
                    <a:pt x="1060" y="25"/>
                  </a:lnTo>
                  <a:lnTo>
                    <a:pt x="7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2e6e6defabe_0_81"/>
            <p:cNvSpPr/>
            <p:nvPr/>
          </p:nvSpPr>
          <p:spPr>
            <a:xfrm flipH="1">
              <a:off x="4521449" y="2493871"/>
              <a:ext cx="285465" cy="110807"/>
            </a:xfrm>
            <a:custGeom>
              <a:rect b="b" l="l" r="r" t="t"/>
              <a:pathLst>
                <a:path extrusionOk="0" h="4430" w="10360">
                  <a:moveTo>
                    <a:pt x="9716" y="477"/>
                  </a:moveTo>
                  <a:lnTo>
                    <a:pt x="9835" y="536"/>
                  </a:lnTo>
                  <a:lnTo>
                    <a:pt x="9871" y="667"/>
                  </a:lnTo>
                  <a:lnTo>
                    <a:pt x="9823" y="786"/>
                  </a:lnTo>
                  <a:lnTo>
                    <a:pt x="9752" y="822"/>
                  </a:lnTo>
                  <a:lnTo>
                    <a:pt x="715" y="3941"/>
                  </a:lnTo>
                  <a:lnTo>
                    <a:pt x="643" y="3953"/>
                  </a:lnTo>
                  <a:lnTo>
                    <a:pt x="524" y="3894"/>
                  </a:lnTo>
                  <a:lnTo>
                    <a:pt x="488" y="3834"/>
                  </a:lnTo>
                  <a:lnTo>
                    <a:pt x="477" y="3763"/>
                  </a:lnTo>
                  <a:lnTo>
                    <a:pt x="500" y="3691"/>
                  </a:lnTo>
                  <a:lnTo>
                    <a:pt x="536" y="3632"/>
                  </a:lnTo>
                  <a:lnTo>
                    <a:pt x="596" y="3608"/>
                  </a:lnTo>
                  <a:lnTo>
                    <a:pt x="9633" y="488"/>
                  </a:lnTo>
                  <a:lnTo>
                    <a:pt x="9716" y="477"/>
                  </a:lnTo>
                  <a:close/>
                  <a:moveTo>
                    <a:pt x="9609" y="0"/>
                  </a:moveTo>
                  <a:lnTo>
                    <a:pt x="9490" y="36"/>
                  </a:lnTo>
                  <a:lnTo>
                    <a:pt x="441" y="3156"/>
                  </a:lnTo>
                  <a:lnTo>
                    <a:pt x="322" y="3203"/>
                  </a:lnTo>
                  <a:lnTo>
                    <a:pt x="131" y="3370"/>
                  </a:lnTo>
                  <a:lnTo>
                    <a:pt x="72" y="3489"/>
                  </a:lnTo>
                  <a:lnTo>
                    <a:pt x="24" y="3584"/>
                  </a:lnTo>
                  <a:lnTo>
                    <a:pt x="0" y="3787"/>
                  </a:lnTo>
                  <a:lnTo>
                    <a:pt x="60" y="4060"/>
                  </a:lnTo>
                  <a:lnTo>
                    <a:pt x="298" y="4334"/>
                  </a:lnTo>
                  <a:lnTo>
                    <a:pt x="572" y="4430"/>
                  </a:lnTo>
                  <a:lnTo>
                    <a:pt x="762" y="4418"/>
                  </a:lnTo>
                  <a:lnTo>
                    <a:pt x="869" y="4394"/>
                  </a:lnTo>
                  <a:lnTo>
                    <a:pt x="9907" y="1274"/>
                  </a:lnTo>
                  <a:lnTo>
                    <a:pt x="10014" y="1239"/>
                  </a:lnTo>
                  <a:lnTo>
                    <a:pt x="10097" y="1179"/>
                  </a:lnTo>
                  <a:lnTo>
                    <a:pt x="10204" y="1084"/>
                  </a:lnTo>
                  <a:lnTo>
                    <a:pt x="10323" y="881"/>
                  </a:lnTo>
                  <a:lnTo>
                    <a:pt x="10359" y="655"/>
                  </a:lnTo>
                  <a:lnTo>
                    <a:pt x="10323" y="441"/>
                  </a:lnTo>
                  <a:lnTo>
                    <a:pt x="10216" y="250"/>
                  </a:lnTo>
                  <a:lnTo>
                    <a:pt x="10062" y="95"/>
                  </a:lnTo>
                  <a:lnTo>
                    <a:pt x="9847" y="12"/>
                  </a:lnTo>
                  <a:lnTo>
                    <a:pt x="96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g2e6e6defabe_0_81"/>
            <p:cNvSpPr/>
            <p:nvPr/>
          </p:nvSpPr>
          <p:spPr>
            <a:xfrm flipH="1">
              <a:off x="2806764" y="3121355"/>
              <a:ext cx="895026" cy="957221"/>
            </a:xfrm>
            <a:custGeom>
              <a:rect b="b" l="l" r="r" t="t"/>
              <a:pathLst>
                <a:path extrusionOk="0" h="38269" w="32482">
                  <a:moveTo>
                    <a:pt x="1286" y="1"/>
                  </a:moveTo>
                  <a:lnTo>
                    <a:pt x="0" y="1406"/>
                  </a:lnTo>
                  <a:lnTo>
                    <a:pt x="13741" y="38269"/>
                  </a:lnTo>
                  <a:lnTo>
                    <a:pt x="32482" y="26100"/>
                  </a:lnTo>
                  <a:lnTo>
                    <a:pt x="14443" y="1406"/>
                  </a:lnTo>
                  <a:lnTo>
                    <a:pt x="1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g2e6e6defabe_0_81"/>
            <p:cNvSpPr/>
            <p:nvPr/>
          </p:nvSpPr>
          <p:spPr>
            <a:xfrm flipH="1">
              <a:off x="2806810" y="2620435"/>
              <a:ext cx="1269712" cy="1146944"/>
            </a:xfrm>
            <a:custGeom>
              <a:rect b="b" l="l" r="r" t="t"/>
              <a:pathLst>
                <a:path extrusionOk="0" h="45854" w="46080">
                  <a:moveTo>
                    <a:pt x="4037" y="1"/>
                  </a:moveTo>
                  <a:lnTo>
                    <a:pt x="3573" y="13"/>
                  </a:lnTo>
                  <a:lnTo>
                    <a:pt x="3108" y="72"/>
                  </a:lnTo>
                  <a:lnTo>
                    <a:pt x="2656" y="215"/>
                  </a:lnTo>
                  <a:lnTo>
                    <a:pt x="2227" y="405"/>
                  </a:lnTo>
                  <a:lnTo>
                    <a:pt x="1799" y="679"/>
                  </a:lnTo>
                  <a:lnTo>
                    <a:pt x="1382" y="1013"/>
                  </a:lnTo>
                  <a:lnTo>
                    <a:pt x="989" y="1417"/>
                  </a:lnTo>
                  <a:lnTo>
                    <a:pt x="608" y="1906"/>
                  </a:lnTo>
                  <a:lnTo>
                    <a:pt x="429" y="2168"/>
                  </a:lnTo>
                  <a:lnTo>
                    <a:pt x="310" y="2370"/>
                  </a:lnTo>
                  <a:lnTo>
                    <a:pt x="132" y="2787"/>
                  </a:lnTo>
                  <a:lnTo>
                    <a:pt x="36" y="3239"/>
                  </a:lnTo>
                  <a:lnTo>
                    <a:pt x="1" y="3715"/>
                  </a:lnTo>
                  <a:lnTo>
                    <a:pt x="48" y="4466"/>
                  </a:lnTo>
                  <a:lnTo>
                    <a:pt x="298" y="5525"/>
                  </a:lnTo>
                  <a:lnTo>
                    <a:pt x="703" y="6597"/>
                  </a:lnTo>
                  <a:lnTo>
                    <a:pt x="1215" y="7645"/>
                  </a:lnTo>
                  <a:lnTo>
                    <a:pt x="1787" y="8633"/>
                  </a:lnTo>
                  <a:lnTo>
                    <a:pt x="2370" y="9514"/>
                  </a:lnTo>
                  <a:lnTo>
                    <a:pt x="2644" y="9895"/>
                  </a:lnTo>
                  <a:lnTo>
                    <a:pt x="3287" y="10740"/>
                  </a:lnTo>
                  <a:lnTo>
                    <a:pt x="4621" y="12324"/>
                  </a:lnTo>
                  <a:lnTo>
                    <a:pt x="6002" y="13801"/>
                  </a:lnTo>
                  <a:lnTo>
                    <a:pt x="7395" y="15205"/>
                  </a:lnTo>
                  <a:lnTo>
                    <a:pt x="9514" y="17182"/>
                  </a:lnTo>
                  <a:lnTo>
                    <a:pt x="12241" y="19659"/>
                  </a:lnTo>
                  <a:lnTo>
                    <a:pt x="13515" y="20873"/>
                  </a:lnTo>
                  <a:lnTo>
                    <a:pt x="46080" y="45853"/>
                  </a:lnTo>
                  <a:lnTo>
                    <a:pt x="45735" y="45091"/>
                  </a:lnTo>
                  <a:lnTo>
                    <a:pt x="43317" y="40031"/>
                  </a:lnTo>
                  <a:lnTo>
                    <a:pt x="41019" y="35387"/>
                  </a:lnTo>
                  <a:lnTo>
                    <a:pt x="38352" y="30184"/>
                  </a:lnTo>
                  <a:lnTo>
                    <a:pt x="35507" y="24921"/>
                  </a:lnTo>
                  <a:lnTo>
                    <a:pt x="33375" y="21254"/>
                  </a:lnTo>
                  <a:lnTo>
                    <a:pt x="32006" y="19039"/>
                  </a:lnTo>
                  <a:lnTo>
                    <a:pt x="30684" y="17087"/>
                  </a:lnTo>
                  <a:lnTo>
                    <a:pt x="29458" y="15467"/>
                  </a:lnTo>
                  <a:lnTo>
                    <a:pt x="28898" y="14813"/>
                  </a:lnTo>
                  <a:lnTo>
                    <a:pt x="7716" y="1822"/>
                  </a:lnTo>
                  <a:lnTo>
                    <a:pt x="7216" y="1394"/>
                  </a:lnTo>
                  <a:lnTo>
                    <a:pt x="6228" y="715"/>
                  </a:lnTo>
                  <a:lnTo>
                    <a:pt x="5240" y="251"/>
                  </a:lnTo>
                  <a:lnTo>
                    <a:pt x="4513" y="60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g2e6e6defabe_0_81"/>
            <p:cNvSpPr/>
            <p:nvPr/>
          </p:nvSpPr>
          <p:spPr>
            <a:xfrm flipH="1">
              <a:off x="2806789" y="3034943"/>
              <a:ext cx="679773" cy="1059851"/>
            </a:xfrm>
            <a:custGeom>
              <a:rect b="b" l="l" r="r" t="t"/>
              <a:pathLst>
                <a:path extrusionOk="0" h="53844" w="38793">
                  <a:moveTo>
                    <a:pt x="2680" y="1"/>
                  </a:moveTo>
                  <a:lnTo>
                    <a:pt x="1" y="36447"/>
                  </a:lnTo>
                  <a:lnTo>
                    <a:pt x="4680" y="38757"/>
                  </a:lnTo>
                  <a:lnTo>
                    <a:pt x="22207" y="47199"/>
                  </a:lnTo>
                  <a:lnTo>
                    <a:pt x="28767" y="50283"/>
                  </a:lnTo>
                  <a:lnTo>
                    <a:pt x="34006" y="52641"/>
                  </a:lnTo>
                  <a:lnTo>
                    <a:pt x="36435" y="53641"/>
                  </a:lnTo>
                  <a:lnTo>
                    <a:pt x="37090" y="53831"/>
                  </a:lnTo>
                  <a:lnTo>
                    <a:pt x="37293" y="53843"/>
                  </a:lnTo>
                  <a:lnTo>
                    <a:pt x="37304" y="53808"/>
                  </a:lnTo>
                  <a:lnTo>
                    <a:pt x="37293" y="53498"/>
                  </a:lnTo>
                  <a:lnTo>
                    <a:pt x="37388" y="51914"/>
                  </a:lnTo>
                  <a:lnTo>
                    <a:pt x="37709" y="48140"/>
                  </a:lnTo>
                  <a:lnTo>
                    <a:pt x="38590" y="39162"/>
                  </a:lnTo>
                  <a:lnTo>
                    <a:pt x="38793" y="37221"/>
                  </a:lnTo>
                  <a:lnTo>
                    <a:pt x="26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g2e6e6defabe_0_81"/>
            <p:cNvSpPr/>
            <p:nvPr/>
          </p:nvSpPr>
          <p:spPr>
            <a:xfrm rot="992591">
              <a:off x="3375062" y="4378303"/>
              <a:ext cx="1236805" cy="154423"/>
            </a:xfrm>
            <a:prstGeom prst="rect">
              <a:avLst/>
            </a:prstGeom>
            <a:solidFill>
              <a:srgbClr val="005A93"/>
            </a:solidFill>
            <a:ln>
              <a:noFill/>
            </a:ln>
          </p:spPr>
          <p:txBody>
            <a:bodyPr anchorCtr="0" anchor="ctr" bIns="79675" lIns="79675" spcFirstLastPara="1" rIns="79675" wrap="square" tIns="79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3" name="Google Shape;953;g2e6e6defabe_0_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921393">
              <a:off x="4031794" y="2657967"/>
              <a:ext cx="1063336" cy="6291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g2e6e6defabe_0_81"/>
            <p:cNvSpPr/>
            <p:nvPr/>
          </p:nvSpPr>
          <p:spPr>
            <a:xfrm rot="992690">
              <a:off x="3766340" y="3278500"/>
              <a:ext cx="1236807" cy="196201"/>
            </a:xfrm>
            <a:prstGeom prst="rect">
              <a:avLst/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79675" lIns="79675" spcFirstLastPara="1" rIns="79675" wrap="square" tIns="79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2e6e6defabe_0_81"/>
            <p:cNvSpPr txBox="1"/>
            <p:nvPr/>
          </p:nvSpPr>
          <p:spPr>
            <a:xfrm rot="970192">
              <a:off x="3804255" y="3246937"/>
              <a:ext cx="1293782" cy="21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675" lIns="79675" spcFirstLastPara="1" rIns="79675" wrap="square" tIns="7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0"/>
                <a:buFont typeface="Arial"/>
                <a:buNone/>
              </a:pPr>
              <a:r>
                <a:rPr b="1" i="0" lang="es" sz="60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SERVIÇOS PARA PETS</a:t>
              </a:r>
              <a:endParaRPr b="1" i="0" sz="60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6" name="Google Shape;956;g2e6e6defabe_0_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49415">
              <a:off x="3620016" y="3451623"/>
              <a:ext cx="1239067" cy="6798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7" name="Google Shape;957;g2e6e6defabe_0_81"/>
            <p:cNvSpPr/>
            <p:nvPr/>
          </p:nvSpPr>
          <p:spPr>
            <a:xfrm flipH="1">
              <a:off x="4709831" y="3823600"/>
              <a:ext cx="484601" cy="300231"/>
            </a:xfrm>
            <a:custGeom>
              <a:rect b="b" l="l" r="r" t="t"/>
              <a:pathLst>
                <a:path extrusionOk="0" h="12003" w="17587">
                  <a:moveTo>
                    <a:pt x="8037" y="1"/>
                  </a:moveTo>
                  <a:lnTo>
                    <a:pt x="5382" y="167"/>
                  </a:lnTo>
                  <a:lnTo>
                    <a:pt x="5085" y="191"/>
                  </a:lnTo>
                  <a:lnTo>
                    <a:pt x="4513" y="287"/>
                  </a:lnTo>
                  <a:lnTo>
                    <a:pt x="3692" y="525"/>
                  </a:lnTo>
                  <a:lnTo>
                    <a:pt x="2691" y="1025"/>
                  </a:lnTo>
                  <a:lnTo>
                    <a:pt x="1822" y="1703"/>
                  </a:lnTo>
                  <a:lnTo>
                    <a:pt x="1084" y="2525"/>
                  </a:lnTo>
                  <a:lnTo>
                    <a:pt x="524" y="3478"/>
                  </a:lnTo>
                  <a:lnTo>
                    <a:pt x="155" y="4537"/>
                  </a:lnTo>
                  <a:lnTo>
                    <a:pt x="24" y="5383"/>
                  </a:lnTo>
                  <a:lnTo>
                    <a:pt x="0" y="5966"/>
                  </a:lnTo>
                  <a:lnTo>
                    <a:pt x="12" y="6264"/>
                  </a:lnTo>
                  <a:lnTo>
                    <a:pt x="36" y="6597"/>
                  </a:lnTo>
                  <a:lnTo>
                    <a:pt x="84" y="7157"/>
                  </a:lnTo>
                  <a:lnTo>
                    <a:pt x="370" y="8228"/>
                  </a:lnTo>
                  <a:lnTo>
                    <a:pt x="834" y="9217"/>
                  </a:lnTo>
                  <a:lnTo>
                    <a:pt x="1465" y="10074"/>
                  </a:lnTo>
                  <a:lnTo>
                    <a:pt x="2251" y="10812"/>
                  </a:lnTo>
                  <a:lnTo>
                    <a:pt x="3156" y="11384"/>
                  </a:lnTo>
                  <a:lnTo>
                    <a:pt x="4168" y="11788"/>
                  </a:lnTo>
                  <a:lnTo>
                    <a:pt x="5251" y="11991"/>
                  </a:lnTo>
                  <a:lnTo>
                    <a:pt x="5823" y="12003"/>
                  </a:lnTo>
                  <a:lnTo>
                    <a:pt x="12895" y="11967"/>
                  </a:lnTo>
                  <a:lnTo>
                    <a:pt x="13384" y="11955"/>
                  </a:lnTo>
                  <a:lnTo>
                    <a:pt x="14300" y="11777"/>
                  </a:lnTo>
                  <a:lnTo>
                    <a:pt x="15158" y="11419"/>
                  </a:lnTo>
                  <a:lnTo>
                    <a:pt x="15908" y="10919"/>
                  </a:lnTo>
                  <a:lnTo>
                    <a:pt x="16551" y="10276"/>
                  </a:lnTo>
                  <a:lnTo>
                    <a:pt x="17051" y="9514"/>
                  </a:lnTo>
                  <a:lnTo>
                    <a:pt x="17396" y="8669"/>
                  </a:lnTo>
                  <a:lnTo>
                    <a:pt x="17575" y="7740"/>
                  </a:lnTo>
                  <a:lnTo>
                    <a:pt x="17587" y="7252"/>
                  </a:lnTo>
                  <a:lnTo>
                    <a:pt x="17563" y="6847"/>
                  </a:lnTo>
                  <a:lnTo>
                    <a:pt x="17420" y="6073"/>
                  </a:lnTo>
                  <a:lnTo>
                    <a:pt x="17134" y="5347"/>
                  </a:lnTo>
                  <a:lnTo>
                    <a:pt x="16753" y="4680"/>
                  </a:lnTo>
                  <a:lnTo>
                    <a:pt x="16253" y="4097"/>
                  </a:lnTo>
                  <a:lnTo>
                    <a:pt x="15670" y="3585"/>
                  </a:lnTo>
                  <a:lnTo>
                    <a:pt x="15003" y="3192"/>
                  </a:lnTo>
                  <a:lnTo>
                    <a:pt x="14265" y="2906"/>
                  </a:lnTo>
                  <a:lnTo>
                    <a:pt x="13872" y="2811"/>
                  </a:lnTo>
                  <a:lnTo>
                    <a:pt x="8716" y="2215"/>
                  </a:lnTo>
                  <a:lnTo>
                    <a:pt x="803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2391E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g2e6e6defabe_0_81"/>
            <p:cNvSpPr/>
            <p:nvPr/>
          </p:nvSpPr>
          <p:spPr>
            <a:xfrm flipH="1">
              <a:off x="4571678" y="4216119"/>
              <a:ext cx="433433" cy="271641"/>
            </a:xfrm>
            <a:custGeom>
              <a:rect b="b" l="l" r="r" t="t"/>
              <a:pathLst>
                <a:path extrusionOk="0" h="10860" w="15730">
                  <a:moveTo>
                    <a:pt x="6466" y="1"/>
                  </a:moveTo>
                  <a:lnTo>
                    <a:pt x="4204" y="418"/>
                  </a:lnTo>
                  <a:lnTo>
                    <a:pt x="3692" y="525"/>
                  </a:lnTo>
                  <a:lnTo>
                    <a:pt x="2751" y="906"/>
                  </a:lnTo>
                  <a:lnTo>
                    <a:pt x="1918" y="1442"/>
                  </a:lnTo>
                  <a:lnTo>
                    <a:pt x="1215" y="2132"/>
                  </a:lnTo>
                  <a:lnTo>
                    <a:pt x="656" y="2930"/>
                  </a:lnTo>
                  <a:lnTo>
                    <a:pt x="251" y="3823"/>
                  </a:lnTo>
                  <a:lnTo>
                    <a:pt x="36" y="4787"/>
                  </a:lnTo>
                  <a:lnTo>
                    <a:pt x="1" y="5811"/>
                  </a:lnTo>
                  <a:lnTo>
                    <a:pt x="72" y="6323"/>
                  </a:lnTo>
                  <a:lnTo>
                    <a:pt x="132" y="6621"/>
                  </a:lnTo>
                  <a:lnTo>
                    <a:pt x="227" y="7109"/>
                  </a:lnTo>
                  <a:lnTo>
                    <a:pt x="584" y="8038"/>
                  </a:lnTo>
                  <a:lnTo>
                    <a:pt x="1096" y="8848"/>
                  </a:lnTo>
                  <a:lnTo>
                    <a:pt x="1739" y="9550"/>
                  </a:lnTo>
                  <a:lnTo>
                    <a:pt x="2501" y="10122"/>
                  </a:lnTo>
                  <a:lnTo>
                    <a:pt x="3358" y="10538"/>
                  </a:lnTo>
                  <a:lnTo>
                    <a:pt x="4299" y="10788"/>
                  </a:lnTo>
                  <a:lnTo>
                    <a:pt x="5275" y="10860"/>
                  </a:lnTo>
                  <a:lnTo>
                    <a:pt x="5787" y="10812"/>
                  </a:lnTo>
                  <a:lnTo>
                    <a:pt x="12015" y="10074"/>
                  </a:lnTo>
                  <a:lnTo>
                    <a:pt x="12443" y="10014"/>
                  </a:lnTo>
                  <a:lnTo>
                    <a:pt x="13241" y="9764"/>
                  </a:lnTo>
                  <a:lnTo>
                    <a:pt x="13955" y="9371"/>
                  </a:lnTo>
                  <a:lnTo>
                    <a:pt x="14574" y="8848"/>
                  </a:lnTo>
                  <a:lnTo>
                    <a:pt x="15075" y="8217"/>
                  </a:lnTo>
                  <a:lnTo>
                    <a:pt x="15444" y="7502"/>
                  </a:lnTo>
                  <a:lnTo>
                    <a:pt x="15658" y="6716"/>
                  </a:lnTo>
                  <a:lnTo>
                    <a:pt x="15729" y="5871"/>
                  </a:lnTo>
                  <a:lnTo>
                    <a:pt x="15682" y="5442"/>
                  </a:lnTo>
                  <a:lnTo>
                    <a:pt x="15622" y="5097"/>
                  </a:lnTo>
                  <a:lnTo>
                    <a:pt x="15408" y="4418"/>
                  </a:lnTo>
                  <a:lnTo>
                    <a:pt x="15098" y="3811"/>
                  </a:lnTo>
                  <a:lnTo>
                    <a:pt x="14682" y="3263"/>
                  </a:lnTo>
                  <a:lnTo>
                    <a:pt x="14193" y="2787"/>
                  </a:lnTo>
                  <a:lnTo>
                    <a:pt x="13622" y="2406"/>
                  </a:lnTo>
                  <a:lnTo>
                    <a:pt x="13003" y="2120"/>
                  </a:lnTo>
                  <a:lnTo>
                    <a:pt x="12312" y="1942"/>
                  </a:lnTo>
                  <a:lnTo>
                    <a:pt x="11967" y="1906"/>
                  </a:lnTo>
                  <a:lnTo>
                    <a:pt x="7049" y="1906"/>
                  </a:lnTo>
                  <a:lnTo>
                    <a:pt x="6466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2391E"/>
              </a:solidFill>
              <a:prstDash val="solid"/>
              <a:miter lim="119067"/>
              <a:headEnd len="sm" w="sm" type="none"/>
              <a:tailEnd len="sm" w="sm" type="none"/>
            </a:ln>
          </p:spPr>
          <p:txBody>
            <a:bodyPr anchorCtr="0" anchor="ctr" bIns="39850" lIns="39850" spcFirstLastPara="1" rIns="39850" wrap="square" tIns="39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0"/>
                <a:buFont typeface="Arial"/>
                <a:buNone/>
              </a:pPr>
              <a:r>
                <a:t/>
              </a:r>
              <a:endParaRPr b="0" i="0" sz="12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g2e6e6defabe_0_81"/>
            <p:cNvSpPr txBox="1"/>
            <p:nvPr/>
          </p:nvSpPr>
          <p:spPr>
            <a:xfrm rot="1062929">
              <a:off x="3429713" y="4070210"/>
              <a:ext cx="1435471" cy="322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675" lIns="79675" spcFirstLastPara="1" rIns="79675" wrap="square" tIns="79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0"/>
                <a:buFont typeface="Arial"/>
                <a:buNone/>
              </a:pPr>
              <a:r>
                <a:rPr b="1" i="0" lang="es" sz="609" u="none" cap="none" strike="noStrike">
                  <a:solidFill>
                    <a:srgbClr val="41294A"/>
                  </a:solidFill>
                  <a:latin typeface="Arial"/>
                  <a:ea typeface="Arial"/>
                  <a:cs typeface="Arial"/>
                  <a:sym typeface="Arial"/>
                </a:rPr>
                <a:t>Dog Walker, Pet Sitter, </a:t>
              </a:r>
              <a:endParaRPr b="1" i="0" sz="609" u="none" cap="none" strike="noStrike">
                <a:solidFill>
                  <a:srgbClr val="4129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0"/>
                <a:buFont typeface="Arial"/>
                <a:buNone/>
              </a:pPr>
              <a:r>
                <a:rPr b="1" i="0" lang="es" sz="609" u="none" cap="none" strike="noStrike">
                  <a:solidFill>
                    <a:srgbClr val="41294A"/>
                  </a:solidFill>
                  <a:latin typeface="Arial"/>
                  <a:ea typeface="Arial"/>
                  <a:cs typeface="Arial"/>
                  <a:sym typeface="Arial"/>
                </a:rPr>
                <a:t>Veterinário, Hotel &amp; Creche</a:t>
              </a:r>
              <a:endParaRPr b="1" i="0" sz="609" u="none" cap="none" strike="noStrike">
                <a:solidFill>
                  <a:srgbClr val="4129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0" name="Google Shape;960;g2e6e6defabe_0_81"/>
          <p:cNvSpPr/>
          <p:nvPr/>
        </p:nvSpPr>
        <p:spPr>
          <a:xfrm>
            <a:off x="227275" y="800211"/>
            <a:ext cx="4799400" cy="558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2e6e6defabe_0_81"/>
          <p:cNvSpPr txBox="1"/>
          <p:nvPr/>
        </p:nvSpPr>
        <p:spPr>
          <a:xfrm>
            <a:off x="363168" y="863645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2e6e6defabe_0_81"/>
          <p:cNvSpPr txBox="1"/>
          <p:nvPr/>
        </p:nvSpPr>
        <p:spPr>
          <a:xfrm>
            <a:off x="3515350" y="1582830"/>
            <a:ext cx="55725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Envio de E-mails automáticos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 de Agendamento com Calendário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Upload e Armazenamento de Arquivos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 de  Avaliações ou Comentários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Geolocalização e Mapas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em Tempo Real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Geração Entrega de Relatórios em PDF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Área do Cliente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63" name="Google Shape;963;g2e6e6defabe_0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9e6723bd86_1_2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39e6723bd86_1_2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70" name="Google Shape;970;g39e6723bd86_1_2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39e6723bd86_1_2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2" name="Google Shape;972;g39e6723bd86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g39e6723bd86_1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50" y="1586351"/>
            <a:ext cx="3984226" cy="10687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4" name="Google Shape;974;g39e6723bd86_1_2"/>
          <p:cNvSpPr txBox="1"/>
          <p:nvPr/>
        </p:nvSpPr>
        <p:spPr>
          <a:xfrm>
            <a:off x="114975" y="1036963"/>
            <a:ext cx="4209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Envio de E-mails automáticos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5" name="Google Shape;975;g39e6723bd86_1_2"/>
          <p:cNvPicPr preferRelativeResize="0"/>
          <p:nvPr/>
        </p:nvPicPr>
        <p:blipFill rotWithShape="1">
          <a:blip r:embed="rId5">
            <a:alphaModFix/>
          </a:blip>
          <a:srcRect b="11971" l="0" r="27346" t="0"/>
          <a:stretch/>
        </p:blipFill>
        <p:spPr>
          <a:xfrm>
            <a:off x="706750" y="2758125"/>
            <a:ext cx="3026341" cy="23330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6" name="Google Shape;976;g39e6723bd86_1_2"/>
          <p:cNvSpPr txBox="1"/>
          <p:nvPr/>
        </p:nvSpPr>
        <p:spPr>
          <a:xfrm>
            <a:off x="4324875" y="1313125"/>
            <a:ext cx="4608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Foi produzido através da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API SendGrid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o funcionamento para enviar email ao usuário, de primeira instância, o envio precisa do gatilho de inserir o email no campo do formulário de cadastro e apertar o botão de cadastrar, após esse processo, o email é enviado com um código de confirmação para o usuário autenticar sua conta.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9e6723bd86_1_40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g39e6723bd86_1_40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83" name="Google Shape;983;g39e6723bd86_1_40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g39e6723bd86_1_40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5" name="Google Shape;985;g39e6723bd86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g39e6723bd86_1_40"/>
          <p:cNvSpPr txBox="1"/>
          <p:nvPr/>
        </p:nvSpPr>
        <p:spPr>
          <a:xfrm>
            <a:off x="114975" y="1036975"/>
            <a:ext cx="4608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 de Agendamento com Calendário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9e6723bd86_1_40"/>
          <p:cNvSpPr txBox="1"/>
          <p:nvPr/>
        </p:nvSpPr>
        <p:spPr>
          <a:xfrm>
            <a:off x="139850" y="2010800"/>
            <a:ext cx="47547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projeto DelBicos utiliza calendários em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três partes: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na pesquisa por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no agendamento de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serviço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na definição de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disponibilidade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 profissional. Para atender a todas as implementações, a biblioteca adotada foi 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react-native-calendars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que fornece flexibilidade para completa customização visual.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8" name="Google Shape;988;g39e6723bd86_1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9975" y="1020935"/>
            <a:ext cx="3956075" cy="1787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g39e6723bd86_1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9975" y="3063538"/>
            <a:ext cx="3956075" cy="1787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9e6723bd86_1_54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39e6723bd86_1_54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96" name="Google Shape;996;g39e6723bd86_1_54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9e6723bd86_1_54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8" name="Google Shape;998;g39e6723bd86_1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g39e6723bd86_1_54"/>
          <p:cNvSpPr txBox="1"/>
          <p:nvPr/>
        </p:nvSpPr>
        <p:spPr>
          <a:xfrm>
            <a:off x="114975" y="1036975"/>
            <a:ext cx="503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Upload e Armazenamento de Arquivos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g39e6723bd86_1_54"/>
          <p:cNvSpPr txBox="1"/>
          <p:nvPr/>
        </p:nvSpPr>
        <p:spPr>
          <a:xfrm>
            <a:off x="3887300" y="1419750"/>
            <a:ext cx="4754700" cy="3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funcionalidade de upload e gerenciamento de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fotos de perfil (avatar)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foi implementada através do processo, que começa com a interação do usuário na tela de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Dados da Conta. 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Utilizando a biblioteca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expo-image-picker,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ele permite que o usuário selecione uma imagem da galeria ou tire uma foto com a câmera. Os dados da imagem são então convertidos para o formato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Base64 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 enviados para o backend.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1" name="Google Shape;1001;g39e6723bd86_1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50" y="1528325"/>
            <a:ext cx="3573475" cy="16302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2" name="Google Shape;1002;g39e6723bd86_1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50" y="3314551"/>
            <a:ext cx="3573475" cy="155600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9e6723bd86_1_69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9e6723bd86_1_69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09" name="Google Shape;1009;g39e6723bd86_1_69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g39e6723bd86_1_69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1" name="Google Shape;1011;g39e6723bd86_1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g39e6723bd86_1_69"/>
          <p:cNvSpPr txBox="1"/>
          <p:nvPr/>
        </p:nvSpPr>
        <p:spPr>
          <a:xfrm>
            <a:off x="114975" y="1036975"/>
            <a:ext cx="4608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 de  Avaliações ou Comentários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g39e6723bd86_1_69"/>
          <p:cNvSpPr txBox="1"/>
          <p:nvPr/>
        </p:nvSpPr>
        <p:spPr>
          <a:xfrm>
            <a:off x="114975" y="1843461"/>
            <a:ext cx="5022000" cy="3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funcionalidade de avaliação de agendamentos, permite que os usuários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visualizem seus agendamentos anteriores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submetam avaliações com rating e comentários.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Desenvolvido componente AppointmentItem com modal de avaliação usando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Material UI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rating e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UnsplashAPI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busca imagens aleatórias relacionadas aos serviços para enriquecer a interface.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4" name="Google Shape;1014;g39e6723bd86_1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0015" y="737041"/>
            <a:ext cx="3743286" cy="41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9e6723bd86_1_85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g39e6723bd86_1_85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21" name="Google Shape;1021;g39e6723bd86_1_85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g39e6723bd86_1_85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3" name="Google Shape;1023;g39e6723bd86_1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g39e6723bd86_1_85"/>
          <p:cNvSpPr txBox="1"/>
          <p:nvPr/>
        </p:nvSpPr>
        <p:spPr>
          <a:xfrm>
            <a:off x="114975" y="998360"/>
            <a:ext cx="503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Geolocalização e Mapas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g39e6723bd86_1_85"/>
          <p:cNvSpPr txBox="1"/>
          <p:nvPr/>
        </p:nvSpPr>
        <p:spPr>
          <a:xfrm>
            <a:off x="3631100" y="1173975"/>
            <a:ext cx="5328900" cy="3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utilizar login com localização atual e busca por profissional foi implementada a geolocalização e mapas.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os mapas se utilizou a biblioteca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react-native-maps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é usado nativamente em mobile, enquanto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@react-google-maps/api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é necessário no web.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a Geolocalização foi utilizada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Expo Location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no mobile vs.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navigator.geolocation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no web, com variações em precisão e permissões.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6" name="Google Shape;1026;g39e6723bd86_1_85"/>
          <p:cNvPicPr preferRelativeResize="0"/>
          <p:nvPr/>
        </p:nvPicPr>
        <p:blipFill rotWithShape="1">
          <a:blip r:embed="rId4">
            <a:alphaModFix/>
          </a:blip>
          <a:srcRect b="0" l="0" r="5669" t="0"/>
          <a:stretch/>
        </p:blipFill>
        <p:spPr>
          <a:xfrm>
            <a:off x="606275" y="1432615"/>
            <a:ext cx="2432826" cy="1693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7" name="Google Shape;1027;g39e6723bd86_1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275" y="3221860"/>
            <a:ext cx="2432826" cy="184275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9e6723bd86_1_100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39e6723bd86_1_100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34" name="Google Shape;1034;g39e6723bd86_1_100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9e6723bd86_1_100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6" name="Google Shape;1036;g39e6723bd86_1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g39e6723bd86_1_100"/>
          <p:cNvSpPr txBox="1"/>
          <p:nvPr/>
        </p:nvSpPr>
        <p:spPr>
          <a:xfrm>
            <a:off x="114975" y="1036975"/>
            <a:ext cx="460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em Tempo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39e6723bd86_1_100"/>
          <p:cNvSpPr txBox="1"/>
          <p:nvPr/>
        </p:nvSpPr>
        <p:spPr>
          <a:xfrm>
            <a:off x="114975" y="1659625"/>
            <a:ext cx="46080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Foi produzido através de uma API construída em nosso projeto um sistema de envio automático de notificações assim que um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novo serviço for criado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O envio da notificação é feito através da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biblioteca expo-notifications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que com os parâmetros da tabela 'Notifications' recebe os dados e dispara a notificação.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9" name="Google Shape;1039;g39e6723bd86_1_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1625" y="650518"/>
            <a:ext cx="2893901" cy="9898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0" name="Google Shape;1040;g39e6723bd86_1_100"/>
          <p:cNvPicPr preferRelativeResize="0"/>
          <p:nvPr/>
        </p:nvPicPr>
        <p:blipFill rotWithShape="1">
          <a:blip r:embed="rId5">
            <a:alphaModFix/>
          </a:blip>
          <a:srcRect b="4012" l="0" r="0" t="0"/>
          <a:stretch/>
        </p:blipFill>
        <p:spPr>
          <a:xfrm>
            <a:off x="5301625" y="1567193"/>
            <a:ext cx="2893900" cy="34541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1" name="Google Shape;1041;g39e6723bd86_1_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1637" y="3787393"/>
            <a:ext cx="2893899" cy="12339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9e6723bd86_1_114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9e6723bd86_1_114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48" name="Google Shape;1048;g39e6723bd86_1_114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39e6723bd86_1_114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g39e6723bd86_1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g39e6723bd86_1_114"/>
          <p:cNvSpPr txBox="1"/>
          <p:nvPr/>
        </p:nvSpPr>
        <p:spPr>
          <a:xfrm>
            <a:off x="114975" y="998360"/>
            <a:ext cx="503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</a:pPr>
            <a:r>
              <a:rPr b="1" i="0" lang="e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Geração Entrega de Relatórios em PDF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g39e6723bd86_1_114"/>
          <p:cNvSpPr txBox="1"/>
          <p:nvPr/>
        </p:nvSpPr>
        <p:spPr>
          <a:xfrm>
            <a:off x="5278586" y="998338"/>
            <a:ext cx="3848100" cy="3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funcionalidade de geração,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compartilhamento e download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relatórios em PDF (notas fiscais de serviço) integra frontend e backend para permitir que usuários acessem, baixem e compartilhem suas notas fiscais de forma segura e confiável.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Utilizou a biblioteca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expo-print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que gera PDF em mobile, o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expo-sharing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compartilhamento.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3" name="Google Shape;1053;g39e6723bd86_1_114"/>
          <p:cNvPicPr preferRelativeResize="0"/>
          <p:nvPr/>
        </p:nvPicPr>
        <p:blipFill rotWithShape="1">
          <a:blip r:embed="rId4">
            <a:alphaModFix/>
          </a:blip>
          <a:srcRect b="14045" l="0" r="0" t="0"/>
          <a:stretch/>
        </p:blipFill>
        <p:spPr>
          <a:xfrm>
            <a:off x="114975" y="1429450"/>
            <a:ext cx="3242100" cy="14728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4" name="Google Shape;1054;g39e6723bd86_1_114"/>
          <p:cNvPicPr preferRelativeResize="0"/>
          <p:nvPr/>
        </p:nvPicPr>
        <p:blipFill rotWithShape="1">
          <a:blip r:embed="rId5">
            <a:alphaModFix/>
          </a:blip>
          <a:srcRect b="0" l="7122" r="10909" t="0"/>
          <a:stretch/>
        </p:blipFill>
        <p:spPr>
          <a:xfrm>
            <a:off x="305413" y="2982525"/>
            <a:ext cx="2861215" cy="2000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5" name="Google Shape;1055;g39e6723bd86_1_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9675" y="1435775"/>
            <a:ext cx="1848900" cy="3110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9ea3f08f78_1_2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9ea3f08f78_1_2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62" name="Google Shape;1062;g39ea3f08f78_1_2"/>
          <p:cNvSpPr/>
          <p:nvPr/>
        </p:nvSpPr>
        <p:spPr>
          <a:xfrm>
            <a:off x="199850" y="608325"/>
            <a:ext cx="4488000" cy="38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39ea3f08f78_1_2"/>
          <p:cNvSpPr txBox="1"/>
          <p:nvPr/>
        </p:nvSpPr>
        <p:spPr>
          <a:xfrm>
            <a:off x="199843" y="576970"/>
            <a:ext cx="466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IMPLEMENTADAS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4" name="Google Shape;1064;g39ea3f08f78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g39ea3f08f78_1_2"/>
          <p:cNvSpPr txBox="1"/>
          <p:nvPr/>
        </p:nvSpPr>
        <p:spPr>
          <a:xfrm>
            <a:off x="114975" y="1036975"/>
            <a:ext cx="4608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 de Pagamento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6" name="Google Shape;1066;g39ea3f08f78_1_2"/>
          <p:cNvSpPr txBox="1"/>
          <p:nvPr/>
        </p:nvSpPr>
        <p:spPr>
          <a:xfrm>
            <a:off x="114975" y="1496975"/>
            <a:ext cx="4862100" cy="3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@stripe/stripe-js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carrega a biblioteca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Stripe.js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forma segura. O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@react-stripe-js 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fornece componentes que se integram ao React. Juntas, essas APIs permitem que você colete as informações de pagamento do usuário de forma segura no frontend e as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converta em um Token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ou PaymentMethod. Esse identificador seguro é então enviado ao seu backend, que usa a </a:t>
            </a:r>
            <a:r>
              <a:rPr b="1" i="0" lang="e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chave secreta da Stripe</a:t>
            </a:r>
            <a:r>
              <a:rPr b="1" i="0" lang="e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processar a cobrança real.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7" name="Google Shape;1067;g39ea3f08f78_1_2"/>
          <p:cNvPicPr preferRelativeResize="0"/>
          <p:nvPr/>
        </p:nvPicPr>
        <p:blipFill rotWithShape="1">
          <a:blip r:embed="rId4">
            <a:alphaModFix/>
          </a:blip>
          <a:srcRect b="3993" l="3035" r="2979" t="0"/>
          <a:stretch/>
        </p:blipFill>
        <p:spPr>
          <a:xfrm>
            <a:off x="5024650" y="709350"/>
            <a:ext cx="3996199" cy="23550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8" name="Google Shape;1068;g39ea3f08f78_1_2"/>
          <p:cNvPicPr preferRelativeResize="0"/>
          <p:nvPr/>
        </p:nvPicPr>
        <p:blipFill rotWithShape="1">
          <a:blip r:embed="rId5">
            <a:alphaModFix/>
          </a:blip>
          <a:srcRect b="18322" l="17052" r="16467" t="11447"/>
          <a:stretch/>
        </p:blipFill>
        <p:spPr>
          <a:xfrm>
            <a:off x="5826325" y="3242575"/>
            <a:ext cx="2036649" cy="13881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9dff3b698e_0_76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g39dff3b698e_0_76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75" name="Google Shape;1075;g39dff3b698e_0_76"/>
          <p:cNvSpPr txBox="1"/>
          <p:nvPr/>
        </p:nvSpPr>
        <p:spPr>
          <a:xfrm>
            <a:off x="59275" y="662075"/>
            <a:ext cx="359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DESAFIOS ENCONTRADOS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6" name="Google Shape;1076;g39dff3b698e_0_76"/>
          <p:cNvCxnSpPr/>
          <p:nvPr/>
        </p:nvCxnSpPr>
        <p:spPr>
          <a:xfrm flipH="1" rot="10800000">
            <a:off x="-188225" y="1035675"/>
            <a:ext cx="3642600" cy="1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1077" name="Google Shape;1077;g39dff3b698e_0_76"/>
          <p:cNvGrpSpPr/>
          <p:nvPr/>
        </p:nvGrpSpPr>
        <p:grpSpPr>
          <a:xfrm>
            <a:off x="359200" y="1355135"/>
            <a:ext cx="5416800" cy="1544088"/>
            <a:chOff x="1194750" y="1293922"/>
            <a:chExt cx="5416800" cy="1544088"/>
          </a:xfrm>
        </p:grpSpPr>
        <p:sp>
          <p:nvSpPr>
            <p:cNvPr id="1078" name="Google Shape;1078;g39dff3b698e_0_76"/>
            <p:cNvSpPr/>
            <p:nvPr/>
          </p:nvSpPr>
          <p:spPr>
            <a:xfrm>
              <a:off x="1194750" y="1293922"/>
              <a:ext cx="3435600" cy="758400"/>
            </a:xfrm>
            <a:prstGeom prst="roundRect">
              <a:avLst>
                <a:gd fmla="val 17849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9dff3b698e_0_76"/>
            <p:cNvSpPr txBox="1"/>
            <p:nvPr/>
          </p:nvSpPr>
          <p:spPr>
            <a:xfrm>
              <a:off x="1274275" y="1349722"/>
              <a:ext cx="3435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Calendário e Agendamento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9dff3b698e_0_76"/>
            <p:cNvSpPr/>
            <p:nvPr/>
          </p:nvSpPr>
          <p:spPr>
            <a:xfrm>
              <a:off x="1194750" y="1817110"/>
              <a:ext cx="5416800" cy="10209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9dff3b698e_0_76"/>
            <p:cNvSpPr txBox="1"/>
            <p:nvPr/>
          </p:nvSpPr>
          <p:spPr>
            <a:xfrm>
              <a:off x="1274275" y="1927347"/>
              <a:ext cx="4780500" cy="8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Estilização e adaptação da POC ao Projeto, comunicação com o backend.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82" name="Google Shape;1082;g39dff3b698e_0_76"/>
          <p:cNvGrpSpPr/>
          <p:nvPr/>
        </p:nvGrpSpPr>
        <p:grpSpPr>
          <a:xfrm>
            <a:off x="257400" y="3340975"/>
            <a:ext cx="7913100" cy="1523100"/>
            <a:chOff x="-275075" y="3251975"/>
            <a:chExt cx="7913100" cy="1523100"/>
          </a:xfrm>
        </p:grpSpPr>
        <p:sp>
          <p:nvSpPr>
            <p:cNvPr id="1083" name="Google Shape;1083;g39dff3b698e_0_76"/>
            <p:cNvSpPr/>
            <p:nvPr/>
          </p:nvSpPr>
          <p:spPr>
            <a:xfrm>
              <a:off x="5054100" y="3251975"/>
              <a:ext cx="2583900" cy="758400"/>
            </a:xfrm>
            <a:prstGeom prst="roundRect">
              <a:avLst>
                <a:gd fmla="val 1784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9dff3b698e_0_76"/>
            <p:cNvSpPr txBox="1"/>
            <p:nvPr/>
          </p:nvSpPr>
          <p:spPr>
            <a:xfrm>
              <a:off x="5133625" y="3307775"/>
              <a:ext cx="2504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Upload de Arquivos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9dff3b698e_0_76"/>
            <p:cNvSpPr/>
            <p:nvPr/>
          </p:nvSpPr>
          <p:spPr>
            <a:xfrm flipH="1">
              <a:off x="-275075" y="3754175"/>
              <a:ext cx="7913100" cy="1020900"/>
            </a:xfrm>
            <a:prstGeom prst="homePlate">
              <a:avLst>
                <a:gd fmla="val 50000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9dff3b698e_0_76"/>
            <p:cNvSpPr txBox="1"/>
            <p:nvPr/>
          </p:nvSpPr>
          <p:spPr>
            <a:xfrm>
              <a:off x="-173275" y="3864425"/>
              <a:ext cx="7714800" cy="8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Encontrar uma tecnologia compatível para ambos dispositivos </a:t>
              </a:r>
              <a:b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(web e mobile) e fazer o image-picker funcionar na web.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087" name="Google Shape;1087;g39dff3b698e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9dff3b698e_0_159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39dff3b698e_0_159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94" name="Google Shape;1094;g39dff3b698e_0_159"/>
          <p:cNvSpPr txBox="1"/>
          <p:nvPr/>
        </p:nvSpPr>
        <p:spPr>
          <a:xfrm>
            <a:off x="59275" y="662075"/>
            <a:ext cx="359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DESAFIOS ENCONTRADOS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5" name="Google Shape;1095;g39dff3b698e_0_159"/>
          <p:cNvCxnSpPr/>
          <p:nvPr/>
        </p:nvCxnSpPr>
        <p:spPr>
          <a:xfrm flipH="1" rot="10800000">
            <a:off x="-188225" y="1035675"/>
            <a:ext cx="3642600" cy="1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1096" name="Google Shape;1096;g39dff3b698e_0_159"/>
          <p:cNvGrpSpPr/>
          <p:nvPr/>
        </p:nvGrpSpPr>
        <p:grpSpPr>
          <a:xfrm flipH="1">
            <a:off x="2830750" y="1212538"/>
            <a:ext cx="5748300" cy="1967537"/>
            <a:chOff x="1194750" y="1293913"/>
            <a:chExt cx="5748300" cy="1967537"/>
          </a:xfrm>
        </p:grpSpPr>
        <p:sp>
          <p:nvSpPr>
            <p:cNvPr id="1097" name="Google Shape;1097;g39dff3b698e_0_159"/>
            <p:cNvSpPr/>
            <p:nvPr/>
          </p:nvSpPr>
          <p:spPr>
            <a:xfrm>
              <a:off x="1194750" y="1293913"/>
              <a:ext cx="2306100" cy="758400"/>
            </a:xfrm>
            <a:prstGeom prst="roundRect">
              <a:avLst>
                <a:gd fmla="val 1784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g39dff3b698e_0_159"/>
            <p:cNvSpPr txBox="1"/>
            <p:nvPr/>
          </p:nvSpPr>
          <p:spPr>
            <a:xfrm>
              <a:off x="1274275" y="1349713"/>
              <a:ext cx="20760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Envio de E-mail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39dff3b698e_0_159"/>
            <p:cNvSpPr/>
            <p:nvPr/>
          </p:nvSpPr>
          <p:spPr>
            <a:xfrm>
              <a:off x="1194750" y="1817125"/>
              <a:ext cx="5748300" cy="1020900"/>
            </a:xfrm>
            <a:prstGeom prst="homePlate">
              <a:avLst>
                <a:gd fmla="val 50000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g39dff3b698e_0_159"/>
            <p:cNvSpPr txBox="1"/>
            <p:nvPr/>
          </p:nvSpPr>
          <p:spPr>
            <a:xfrm>
              <a:off x="1274275" y="1927350"/>
              <a:ext cx="5551800" cy="133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Integrar a API do SendGrid, armazenar dados temporários (código de confirmação).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r">
                <a:lnSpc>
                  <a:spcPct val="150000"/>
                </a:lnSpc>
                <a:spcBef>
                  <a:spcPts val="8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01" name="Google Shape;1101;g39dff3b698e_0_159"/>
          <p:cNvGrpSpPr/>
          <p:nvPr/>
        </p:nvGrpSpPr>
        <p:grpSpPr>
          <a:xfrm flipH="1">
            <a:off x="238000" y="3400700"/>
            <a:ext cx="8006925" cy="1946550"/>
            <a:chOff x="-368675" y="3251975"/>
            <a:chExt cx="8006925" cy="1946550"/>
          </a:xfrm>
        </p:grpSpPr>
        <p:sp>
          <p:nvSpPr>
            <p:cNvPr id="1102" name="Google Shape;1102;g39dff3b698e_0_159"/>
            <p:cNvSpPr/>
            <p:nvPr/>
          </p:nvSpPr>
          <p:spPr>
            <a:xfrm>
              <a:off x="3341050" y="3251975"/>
              <a:ext cx="4297200" cy="758400"/>
            </a:xfrm>
            <a:prstGeom prst="roundRect">
              <a:avLst>
                <a:gd fmla="val 17849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39dff3b698e_0_159"/>
            <p:cNvSpPr txBox="1"/>
            <p:nvPr/>
          </p:nvSpPr>
          <p:spPr>
            <a:xfrm>
              <a:off x="3119600" y="3307775"/>
              <a:ext cx="4518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Sistema de Avaliação e Comentário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39dff3b698e_0_159"/>
            <p:cNvSpPr/>
            <p:nvPr/>
          </p:nvSpPr>
          <p:spPr>
            <a:xfrm flipH="1">
              <a:off x="-368675" y="3754175"/>
              <a:ext cx="8006700" cy="10209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39dff3b698e_0_159"/>
            <p:cNvSpPr txBox="1"/>
            <p:nvPr/>
          </p:nvSpPr>
          <p:spPr>
            <a:xfrm>
              <a:off x="-89700" y="3864425"/>
              <a:ext cx="7631400" cy="133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Criar fluxo e seeds que permitisse a avaliação de agendamentos </a:t>
              </a:r>
              <a:b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(que inclui subcategoria, serviços, profissional e cliente).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8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106" name="Google Shape;1106;g39dff3b698e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9dff3b698e_0_119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39dff3b698e_0_119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13" name="Google Shape;1113;g39dff3b698e_0_119"/>
          <p:cNvSpPr txBox="1"/>
          <p:nvPr/>
        </p:nvSpPr>
        <p:spPr>
          <a:xfrm>
            <a:off x="59275" y="662075"/>
            <a:ext cx="359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DESAFIOS ENCONTRADOS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4" name="Google Shape;1114;g39dff3b698e_0_119"/>
          <p:cNvCxnSpPr/>
          <p:nvPr/>
        </p:nvCxnSpPr>
        <p:spPr>
          <a:xfrm flipH="1" rot="10800000">
            <a:off x="-188225" y="1035675"/>
            <a:ext cx="3642600" cy="1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1115" name="Google Shape;1115;g39dff3b698e_0_119"/>
          <p:cNvGrpSpPr/>
          <p:nvPr/>
        </p:nvGrpSpPr>
        <p:grpSpPr>
          <a:xfrm>
            <a:off x="359200" y="1355127"/>
            <a:ext cx="3592800" cy="1156499"/>
            <a:chOff x="1194750" y="1293914"/>
            <a:chExt cx="3592800" cy="1156499"/>
          </a:xfrm>
        </p:grpSpPr>
        <p:sp>
          <p:nvSpPr>
            <p:cNvPr id="1116" name="Google Shape;1116;g39dff3b698e_0_119"/>
            <p:cNvSpPr/>
            <p:nvPr/>
          </p:nvSpPr>
          <p:spPr>
            <a:xfrm>
              <a:off x="1194750" y="1293914"/>
              <a:ext cx="2237700" cy="633300"/>
            </a:xfrm>
            <a:prstGeom prst="roundRect">
              <a:avLst>
                <a:gd fmla="val 17849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39dff3b698e_0_119"/>
            <p:cNvSpPr txBox="1"/>
            <p:nvPr/>
          </p:nvSpPr>
          <p:spPr>
            <a:xfrm>
              <a:off x="1274275" y="1349713"/>
              <a:ext cx="2158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Geração de PDF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39dff3b698e_0_119"/>
            <p:cNvSpPr/>
            <p:nvPr/>
          </p:nvSpPr>
          <p:spPr>
            <a:xfrm>
              <a:off x="1194750" y="1817113"/>
              <a:ext cx="3592800" cy="6333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39dff3b698e_0_119"/>
            <p:cNvSpPr txBox="1"/>
            <p:nvPr/>
          </p:nvSpPr>
          <p:spPr>
            <a:xfrm>
              <a:off x="1274275" y="1927338"/>
              <a:ext cx="3015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Consumo do backend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20" name="Google Shape;1120;g39dff3b698e_0_119"/>
          <p:cNvGrpSpPr/>
          <p:nvPr/>
        </p:nvGrpSpPr>
        <p:grpSpPr>
          <a:xfrm>
            <a:off x="2166300" y="2758275"/>
            <a:ext cx="6020900" cy="1946550"/>
            <a:chOff x="1617125" y="3251975"/>
            <a:chExt cx="6020900" cy="1946550"/>
          </a:xfrm>
        </p:grpSpPr>
        <p:sp>
          <p:nvSpPr>
            <p:cNvPr id="1121" name="Google Shape;1121;g39dff3b698e_0_119"/>
            <p:cNvSpPr/>
            <p:nvPr/>
          </p:nvSpPr>
          <p:spPr>
            <a:xfrm>
              <a:off x="4584525" y="3251975"/>
              <a:ext cx="3053400" cy="758400"/>
            </a:xfrm>
            <a:prstGeom prst="roundRect">
              <a:avLst>
                <a:gd fmla="val 1784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g39dff3b698e_0_119"/>
            <p:cNvSpPr txBox="1"/>
            <p:nvPr/>
          </p:nvSpPr>
          <p:spPr>
            <a:xfrm>
              <a:off x="4633425" y="3307775"/>
              <a:ext cx="3004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Geolocalização e Mapas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g39dff3b698e_0_119"/>
            <p:cNvSpPr/>
            <p:nvPr/>
          </p:nvSpPr>
          <p:spPr>
            <a:xfrm flipH="1">
              <a:off x="1763725" y="3754175"/>
              <a:ext cx="5874300" cy="1020900"/>
            </a:xfrm>
            <a:prstGeom prst="homePlate">
              <a:avLst>
                <a:gd fmla="val 50000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39dff3b698e_0_119"/>
            <p:cNvSpPr txBox="1"/>
            <p:nvPr/>
          </p:nvSpPr>
          <p:spPr>
            <a:xfrm>
              <a:off x="1617125" y="3864425"/>
              <a:ext cx="5924400" cy="133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Implementar API Key do Google que executa apenas na versão web do projeto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r">
                <a:lnSpc>
                  <a:spcPct val="150000"/>
                </a:lnSpc>
                <a:spcBef>
                  <a:spcPts val="8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125" name="Google Shape;1125;g39dff3b698e_0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9dff3b698e_0_21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g39dff3b698e_0_211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32" name="Google Shape;1132;g39dff3b698e_0_211"/>
          <p:cNvSpPr txBox="1"/>
          <p:nvPr/>
        </p:nvSpPr>
        <p:spPr>
          <a:xfrm>
            <a:off x="59275" y="662075"/>
            <a:ext cx="359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DESAFIOS ENCONTRADOS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3" name="Google Shape;1133;g39dff3b698e_0_211"/>
          <p:cNvCxnSpPr/>
          <p:nvPr/>
        </p:nvCxnSpPr>
        <p:spPr>
          <a:xfrm flipH="1" rot="10800000">
            <a:off x="-188225" y="1035675"/>
            <a:ext cx="3642600" cy="1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1134" name="Google Shape;1134;g39dff3b698e_0_211"/>
          <p:cNvGrpSpPr/>
          <p:nvPr/>
        </p:nvGrpSpPr>
        <p:grpSpPr>
          <a:xfrm flipH="1">
            <a:off x="3124150" y="1212550"/>
            <a:ext cx="5454900" cy="2359925"/>
            <a:chOff x="1194750" y="1293925"/>
            <a:chExt cx="5454900" cy="2359925"/>
          </a:xfrm>
        </p:grpSpPr>
        <p:sp>
          <p:nvSpPr>
            <p:cNvPr id="1135" name="Google Shape;1135;g39dff3b698e_0_211"/>
            <p:cNvSpPr/>
            <p:nvPr/>
          </p:nvSpPr>
          <p:spPr>
            <a:xfrm>
              <a:off x="1194750" y="1293925"/>
              <a:ext cx="3454500" cy="758400"/>
            </a:xfrm>
            <a:prstGeom prst="roundRect">
              <a:avLst>
                <a:gd fmla="val 17849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g39dff3b698e_0_211"/>
            <p:cNvSpPr txBox="1"/>
            <p:nvPr/>
          </p:nvSpPr>
          <p:spPr>
            <a:xfrm>
              <a:off x="1274275" y="1349725"/>
              <a:ext cx="3283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Notificação em Tempo Real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7" name="Google Shape;1137;g39dff3b698e_0_211"/>
            <p:cNvSpPr/>
            <p:nvPr/>
          </p:nvSpPr>
          <p:spPr>
            <a:xfrm>
              <a:off x="1194750" y="1817125"/>
              <a:ext cx="5454900" cy="1361700"/>
            </a:xfrm>
            <a:prstGeom prst="homePlate">
              <a:avLst>
                <a:gd fmla="val 44628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g39dff3b698e_0_211"/>
            <p:cNvSpPr txBox="1"/>
            <p:nvPr/>
          </p:nvSpPr>
          <p:spPr>
            <a:xfrm>
              <a:off x="1274275" y="1927350"/>
              <a:ext cx="5318700" cy="17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Dificuldade em transformar o registro de notificação do banco de dados em um evento push instantâneo no mobile.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r">
                <a:lnSpc>
                  <a:spcPct val="150000"/>
                </a:lnSpc>
                <a:spcBef>
                  <a:spcPts val="8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1" i="0" sz="1700" u="none" cap="none" strike="noStrike">
                <a:solidFill>
                  <a:schemeClr val="lt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39" name="Google Shape;1139;g39dff3b698e_0_211"/>
          <p:cNvGrpSpPr/>
          <p:nvPr/>
        </p:nvGrpSpPr>
        <p:grpSpPr>
          <a:xfrm flipH="1">
            <a:off x="238100" y="3400700"/>
            <a:ext cx="3872225" cy="1582189"/>
            <a:chOff x="3765925" y="3251975"/>
            <a:chExt cx="3872225" cy="1582189"/>
          </a:xfrm>
        </p:grpSpPr>
        <p:sp>
          <p:nvSpPr>
            <p:cNvPr id="1140" name="Google Shape;1140;g39dff3b698e_0_211"/>
            <p:cNvSpPr/>
            <p:nvPr/>
          </p:nvSpPr>
          <p:spPr>
            <a:xfrm>
              <a:off x="4698150" y="3251975"/>
              <a:ext cx="2940000" cy="758400"/>
            </a:xfrm>
            <a:prstGeom prst="roundRect">
              <a:avLst>
                <a:gd fmla="val 17849" name="adj"/>
              </a:avLst>
            </a:prstGeom>
            <a:solidFill>
              <a:srgbClr val="FF881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39dff3b698e_0_211"/>
            <p:cNvSpPr txBox="1"/>
            <p:nvPr/>
          </p:nvSpPr>
          <p:spPr>
            <a:xfrm>
              <a:off x="4581175" y="3307775"/>
              <a:ext cx="30567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6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Sistema de Pagamento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2" name="Google Shape;1142;g39dff3b698e_0_211"/>
            <p:cNvSpPr/>
            <p:nvPr/>
          </p:nvSpPr>
          <p:spPr>
            <a:xfrm flipH="1">
              <a:off x="3765925" y="3754175"/>
              <a:ext cx="3872100" cy="7584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g39dff3b698e_0_211"/>
            <p:cNvSpPr txBox="1"/>
            <p:nvPr/>
          </p:nvSpPr>
          <p:spPr>
            <a:xfrm>
              <a:off x="4148400" y="3892764"/>
              <a:ext cx="3393300" cy="9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Funcional apenas para web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800"/>
                </a:spcBef>
                <a:spcAft>
                  <a:spcPts val="8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1" i="0" sz="1700" u="none" cap="none" strike="noStrike">
                <a:solidFill>
                  <a:schemeClr val="lt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144" name="Google Shape;1144;g39dff3b698e_0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9dff3b698e_0_129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g39dff3b698e_0_129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51" name="Google Shape;1151;g39dff3b698e_0_129"/>
          <p:cNvSpPr txBox="1"/>
          <p:nvPr/>
        </p:nvSpPr>
        <p:spPr>
          <a:xfrm>
            <a:off x="2058600" y="702375"/>
            <a:ext cx="5026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ASPECTOS RELEVANTES DAS DISCIPLINAS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g39dff3b698e_0_129"/>
          <p:cNvSpPr/>
          <p:nvPr/>
        </p:nvSpPr>
        <p:spPr>
          <a:xfrm>
            <a:off x="152400" y="1489322"/>
            <a:ext cx="4057800" cy="1231500"/>
          </a:xfrm>
          <a:prstGeom prst="ribbon2">
            <a:avLst>
              <a:gd fmla="val 17379" name="adj1"/>
              <a:gd fmla="val 75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39dff3b698e_0_129"/>
          <p:cNvSpPr txBox="1"/>
          <p:nvPr/>
        </p:nvSpPr>
        <p:spPr>
          <a:xfrm>
            <a:off x="951150" y="1514372"/>
            <a:ext cx="2460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Integração e Entrega Contínua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39dff3b698e_0_129"/>
          <p:cNvSpPr/>
          <p:nvPr/>
        </p:nvSpPr>
        <p:spPr>
          <a:xfrm>
            <a:off x="3707475" y="1514372"/>
            <a:ext cx="5364600" cy="1206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39dff3b698e_0_129"/>
          <p:cNvSpPr txBox="1"/>
          <p:nvPr/>
        </p:nvSpPr>
        <p:spPr>
          <a:xfrm>
            <a:off x="3707475" y="1501772"/>
            <a:ext cx="5364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Utilizamos Actions e Docker, boas práticas de GIT, como padronização de branchs, commits, pull requests etc.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9dff3b698e_0_129"/>
          <p:cNvSpPr/>
          <p:nvPr/>
        </p:nvSpPr>
        <p:spPr>
          <a:xfrm>
            <a:off x="68850" y="3121587"/>
            <a:ext cx="4057800" cy="1231500"/>
          </a:xfrm>
          <a:prstGeom prst="ribbon2">
            <a:avLst>
              <a:gd fmla="val 17379" name="adj1"/>
              <a:gd fmla="val 75000" name="adj2"/>
            </a:avLst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39dff3b698e_0_129"/>
          <p:cNvSpPr txBox="1"/>
          <p:nvPr/>
        </p:nvSpPr>
        <p:spPr>
          <a:xfrm>
            <a:off x="652800" y="3173587"/>
            <a:ext cx="2889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Laboratório de Desenvolvimento Web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g39dff3b698e_0_129"/>
          <p:cNvSpPr/>
          <p:nvPr/>
        </p:nvSpPr>
        <p:spPr>
          <a:xfrm>
            <a:off x="3623775" y="3134187"/>
            <a:ext cx="5448300" cy="1206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g39dff3b698e_0_129"/>
          <p:cNvSpPr txBox="1"/>
          <p:nvPr/>
        </p:nvSpPr>
        <p:spPr>
          <a:xfrm>
            <a:off x="3707475" y="3317937"/>
            <a:ext cx="5364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Aprendemos a valorizar as sprints e o uso impecável do Framework Scrum.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0" name="Google Shape;1160;g39dff3b698e_0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1" name="Google Shape;1161;g39dff3b698e_0_129"/>
          <p:cNvCxnSpPr/>
          <p:nvPr/>
        </p:nvCxnSpPr>
        <p:spPr>
          <a:xfrm>
            <a:off x="1112850" y="1101025"/>
            <a:ext cx="6918300" cy="0"/>
          </a:xfrm>
          <a:prstGeom prst="straightConnector1">
            <a:avLst/>
          </a:prstGeom>
          <a:noFill/>
          <a:ln cap="flat" cmpd="sng" w="19050">
            <a:solidFill>
              <a:srgbClr val="FF881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9dff3b698e_0_260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g39dff3b698e_0_260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DESENVOLVIMENTO ATUAL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68" name="Google Shape;1168;g39dff3b698e_0_260"/>
          <p:cNvSpPr txBox="1"/>
          <p:nvPr/>
        </p:nvSpPr>
        <p:spPr>
          <a:xfrm>
            <a:off x="2058600" y="702375"/>
            <a:ext cx="5026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ASPECTOS RELEVANTES DAS DISCIPLINAS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39dff3b698e_0_260"/>
          <p:cNvSpPr/>
          <p:nvPr/>
        </p:nvSpPr>
        <p:spPr>
          <a:xfrm>
            <a:off x="152400" y="1489322"/>
            <a:ext cx="4057800" cy="1231500"/>
          </a:xfrm>
          <a:prstGeom prst="ribbon2">
            <a:avLst>
              <a:gd fmla="val 17379" name="adj1"/>
              <a:gd fmla="val 75000" name="adj2"/>
            </a:avLst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g39dff3b698e_0_260"/>
          <p:cNvSpPr txBox="1"/>
          <p:nvPr/>
        </p:nvSpPr>
        <p:spPr>
          <a:xfrm>
            <a:off x="951150" y="1514372"/>
            <a:ext cx="2460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Experiência do Usuário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39dff3b698e_0_260"/>
          <p:cNvSpPr/>
          <p:nvPr/>
        </p:nvSpPr>
        <p:spPr>
          <a:xfrm>
            <a:off x="3707475" y="1514372"/>
            <a:ext cx="5364600" cy="1206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88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g39dff3b698e_0_260"/>
          <p:cNvSpPr txBox="1"/>
          <p:nvPr/>
        </p:nvSpPr>
        <p:spPr>
          <a:xfrm>
            <a:off x="3707475" y="1501775"/>
            <a:ext cx="5281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Identificamos maiores dores do usuário, pontos eficientes mais utilizados e acessibilidade.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g39dff3b698e_0_260"/>
          <p:cNvSpPr/>
          <p:nvPr/>
        </p:nvSpPr>
        <p:spPr>
          <a:xfrm>
            <a:off x="68850" y="3121587"/>
            <a:ext cx="4057800" cy="1231500"/>
          </a:xfrm>
          <a:prstGeom prst="ribbon2">
            <a:avLst>
              <a:gd fmla="val 17379" name="adj1"/>
              <a:gd fmla="val 75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g39dff3b698e_0_260"/>
          <p:cNvSpPr txBox="1"/>
          <p:nvPr/>
        </p:nvSpPr>
        <p:spPr>
          <a:xfrm>
            <a:off x="652800" y="3173587"/>
            <a:ext cx="28899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Programação </a:t>
            </a:r>
            <a:endParaRPr b="1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Mobile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g39dff3b698e_0_260"/>
          <p:cNvSpPr/>
          <p:nvPr/>
        </p:nvSpPr>
        <p:spPr>
          <a:xfrm>
            <a:off x="3623775" y="3134187"/>
            <a:ext cx="5448300" cy="1206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39dff3b698e_0_260"/>
          <p:cNvSpPr txBox="1"/>
          <p:nvPr/>
        </p:nvSpPr>
        <p:spPr>
          <a:xfrm>
            <a:off x="3707475" y="3317937"/>
            <a:ext cx="5364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Apesar de não obter foco no mobile, estamos desenvolvendo interfaces.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7" name="Google Shape;1177;g39dff3b698e_0_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8" name="Google Shape;1178;g39dff3b698e_0_260"/>
          <p:cNvCxnSpPr/>
          <p:nvPr/>
        </p:nvCxnSpPr>
        <p:spPr>
          <a:xfrm>
            <a:off x="1112850" y="1101025"/>
            <a:ext cx="691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d5f178b7b6_0_64"/>
          <p:cNvSpPr/>
          <p:nvPr/>
        </p:nvSpPr>
        <p:spPr>
          <a:xfrm>
            <a:off x="-24300" y="4743300"/>
            <a:ext cx="9192600" cy="4002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2d5f178b7b6_0_64"/>
          <p:cNvSpPr txBox="1"/>
          <p:nvPr/>
        </p:nvSpPr>
        <p:spPr>
          <a:xfrm>
            <a:off x="157700" y="512275"/>
            <a:ext cx="88314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" sz="4400" u="none" cap="none" strike="noStrike">
                <a:solidFill>
                  <a:srgbClr val="005A9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IMPLEMENTAÇÕES FUTURAS</a:t>
            </a:r>
            <a:endParaRPr b="0" i="0" sz="4400" u="none" cap="none" strike="noStrike">
              <a:solidFill>
                <a:srgbClr val="005A9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85" name="Google Shape;1185;g2d5f178b7b6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625" y="2173738"/>
            <a:ext cx="5670759" cy="1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0" name="Google Shape;1190;g2d46ff0e6f2_0_6"/>
          <p:cNvGrpSpPr/>
          <p:nvPr/>
        </p:nvGrpSpPr>
        <p:grpSpPr>
          <a:xfrm>
            <a:off x="1809750" y="1210775"/>
            <a:ext cx="5527875" cy="3606025"/>
            <a:chOff x="1809750" y="1210775"/>
            <a:chExt cx="5527875" cy="3606025"/>
          </a:xfrm>
        </p:grpSpPr>
        <p:sp>
          <p:nvSpPr>
            <p:cNvPr id="1191" name="Google Shape;1191;g2d46ff0e6f2_0_6"/>
            <p:cNvSpPr/>
            <p:nvPr/>
          </p:nvSpPr>
          <p:spPr>
            <a:xfrm>
              <a:off x="1809750" y="1210775"/>
              <a:ext cx="5153700" cy="3333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g2d46ff0e6f2_0_6"/>
            <p:cNvSpPr/>
            <p:nvPr/>
          </p:nvSpPr>
          <p:spPr>
            <a:xfrm>
              <a:off x="2183925" y="1482900"/>
              <a:ext cx="5153700" cy="3333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3" name="Google Shape;1193;g2d46ff0e6f2_0_6"/>
          <p:cNvSpPr txBox="1"/>
          <p:nvPr/>
        </p:nvSpPr>
        <p:spPr>
          <a:xfrm>
            <a:off x="2309850" y="1693513"/>
            <a:ext cx="4524300" cy="25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835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Melhorias no design  para tornar a interface mais intuitiva 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470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Todos os requisitos e funcionalidades implementadas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835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Plataforma acessível e navegável</a:t>
            </a:r>
            <a:endParaRPr b="1" i="0" sz="1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g2d46ff0e6f2_0_6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g2d46ff0e6f2_0_6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IMPLEMENTAÇÕES FUTURAS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96" name="Google Shape;1196;g2d46ff0e6f2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g2d46ff0e6f2_0_6"/>
          <p:cNvSpPr/>
          <p:nvPr/>
        </p:nvSpPr>
        <p:spPr>
          <a:xfrm>
            <a:off x="3526925" y="764375"/>
            <a:ext cx="1981800" cy="446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D67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g2d46ff0e6f2_0_6"/>
          <p:cNvSpPr txBox="1"/>
          <p:nvPr/>
        </p:nvSpPr>
        <p:spPr>
          <a:xfrm>
            <a:off x="3598925" y="799675"/>
            <a:ext cx="183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FALTA?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g2d46ff0e6f2_0_6"/>
          <p:cNvSpPr/>
          <p:nvPr/>
        </p:nvSpPr>
        <p:spPr>
          <a:xfrm>
            <a:off x="7198725" y="1195950"/>
            <a:ext cx="295800" cy="244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g2d46ff0e6f2_0_6"/>
          <p:cNvSpPr/>
          <p:nvPr/>
        </p:nvSpPr>
        <p:spPr>
          <a:xfrm>
            <a:off x="7494525" y="1195950"/>
            <a:ext cx="295800" cy="244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g2d46ff0e6f2_0_6"/>
          <p:cNvSpPr/>
          <p:nvPr/>
        </p:nvSpPr>
        <p:spPr>
          <a:xfrm>
            <a:off x="7790325" y="1195950"/>
            <a:ext cx="295800" cy="244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g2d46ff0e6f2_0_6"/>
          <p:cNvSpPr/>
          <p:nvPr/>
        </p:nvSpPr>
        <p:spPr>
          <a:xfrm flipH="1">
            <a:off x="1689300" y="4594175"/>
            <a:ext cx="295800" cy="244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g2d46ff0e6f2_0_6"/>
          <p:cNvSpPr/>
          <p:nvPr/>
        </p:nvSpPr>
        <p:spPr>
          <a:xfrm flipH="1">
            <a:off x="1393500" y="4594175"/>
            <a:ext cx="295800" cy="244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g2d46ff0e6f2_0_6"/>
          <p:cNvSpPr/>
          <p:nvPr/>
        </p:nvSpPr>
        <p:spPr>
          <a:xfrm flipH="1">
            <a:off x="1097700" y="4594175"/>
            <a:ext cx="295800" cy="244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g2d46ff0e6f2_0_6"/>
          <p:cNvSpPr/>
          <p:nvPr/>
        </p:nvSpPr>
        <p:spPr>
          <a:xfrm>
            <a:off x="1528350" y="924625"/>
            <a:ext cx="1441500" cy="2440500"/>
          </a:xfrm>
          <a:prstGeom prst="halfFrame">
            <a:avLst>
              <a:gd fmla="val 18992" name="adj1"/>
              <a:gd fmla="val 19509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g2d46ff0e6f2_0_6"/>
          <p:cNvSpPr/>
          <p:nvPr/>
        </p:nvSpPr>
        <p:spPr>
          <a:xfrm rot="10800000">
            <a:off x="6189900" y="2651600"/>
            <a:ext cx="1441500" cy="2440500"/>
          </a:xfrm>
          <a:prstGeom prst="halfFrame">
            <a:avLst>
              <a:gd fmla="val 18992" name="adj1"/>
              <a:gd fmla="val 19509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9dff3b698e_0_140"/>
          <p:cNvSpPr/>
          <p:nvPr/>
        </p:nvSpPr>
        <p:spPr>
          <a:xfrm flipH="1" rot="10800000">
            <a:off x="942838" y="1221750"/>
            <a:ext cx="3367200" cy="1249200"/>
          </a:xfrm>
          <a:prstGeom prst="bentUpArrow">
            <a:avLst>
              <a:gd fmla="val 37336" name="adj1"/>
              <a:gd fmla="val 33728" name="adj2"/>
              <a:gd fmla="val 50000" name="adj3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g39dff3b698e_0_140"/>
          <p:cNvSpPr txBox="1"/>
          <p:nvPr/>
        </p:nvSpPr>
        <p:spPr>
          <a:xfrm>
            <a:off x="2246463" y="2820125"/>
            <a:ext cx="50934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835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811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Não atender o prazo</a:t>
            </a:r>
            <a:endParaRPr b="1" i="0" sz="17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835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811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Entrega parcial das funcionalidades</a:t>
            </a:r>
            <a:endParaRPr b="1" i="0" sz="17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835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8811"/>
              </a:buClr>
              <a:buSzPts val="1700"/>
              <a:buFont typeface="Montserrat"/>
              <a:buChar char="●"/>
            </a:pPr>
            <a:r>
              <a:rPr b="1" i="0" lang="es" sz="17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Melhor planejamento das sprints</a:t>
            </a:r>
            <a:endParaRPr b="1" i="0" sz="17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3" name="Google Shape;1213;g39dff3b698e_0_140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g39dff3b698e_0_140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IMPLEMENTAÇÕES FUTURAS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15" name="Google Shape;1215;g39dff3b698e_0_140"/>
          <p:cNvSpPr txBox="1"/>
          <p:nvPr/>
        </p:nvSpPr>
        <p:spPr>
          <a:xfrm>
            <a:off x="983084" y="1227406"/>
            <a:ext cx="269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RISCO E MITIGAÇÕES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6" name="Google Shape;1216;g39dff3b698e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g39dff3b698e_0_140"/>
          <p:cNvSpPr/>
          <p:nvPr/>
        </p:nvSpPr>
        <p:spPr>
          <a:xfrm>
            <a:off x="1969263" y="2558525"/>
            <a:ext cx="5647800" cy="1557900"/>
          </a:xfrm>
          <a:prstGeom prst="frame">
            <a:avLst>
              <a:gd fmla="val 5209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9dff3b698e_0_149"/>
          <p:cNvSpPr/>
          <p:nvPr/>
        </p:nvSpPr>
        <p:spPr>
          <a:xfrm>
            <a:off x="1420850" y="1601750"/>
            <a:ext cx="6157500" cy="2656200"/>
          </a:xfrm>
          <a:prstGeom prst="plaque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g39dff3b698e_0_149"/>
          <p:cNvSpPr txBox="1"/>
          <p:nvPr/>
        </p:nvSpPr>
        <p:spPr>
          <a:xfrm>
            <a:off x="1836725" y="1752675"/>
            <a:ext cx="5317800" cy="23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835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➢"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Todas as funcionalidades e requisitos atuando em suas devidas proporções naturais e ideais</a:t>
            </a:r>
            <a:endParaRPr b="1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8350" lvl="0" marL="460800" marR="3599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➢"/>
            </a:pPr>
            <a:r>
              <a:rPr b="1" i="0" lang="es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Melhorias dos requisitos implementados</a:t>
            </a:r>
            <a:endParaRPr b="1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4" name="Google Shape;1224;g39dff3b698e_0_149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39dff3b698e_0_149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IMPLEMENTAÇÕES FUTURAS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26" name="Google Shape;1226;g39dff3b698e_0_149"/>
          <p:cNvSpPr txBox="1"/>
          <p:nvPr/>
        </p:nvSpPr>
        <p:spPr>
          <a:xfrm>
            <a:off x="2454900" y="932138"/>
            <a:ext cx="4234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METAS ATÉ APRESENTAÇÃO FINAL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7" name="Google Shape;1227;g39dff3b698e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g39dff3b698e_0_149"/>
          <p:cNvSpPr/>
          <p:nvPr/>
        </p:nvSpPr>
        <p:spPr>
          <a:xfrm>
            <a:off x="1420850" y="1628840"/>
            <a:ext cx="228000" cy="228000"/>
          </a:xfrm>
          <a:prstGeom prst="ellipse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g39dff3b698e_0_149"/>
          <p:cNvSpPr/>
          <p:nvPr/>
        </p:nvSpPr>
        <p:spPr>
          <a:xfrm>
            <a:off x="7342400" y="1628840"/>
            <a:ext cx="228000" cy="228000"/>
          </a:xfrm>
          <a:prstGeom prst="ellipse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g39dff3b698e_0_149"/>
          <p:cNvSpPr/>
          <p:nvPr/>
        </p:nvSpPr>
        <p:spPr>
          <a:xfrm>
            <a:off x="1420850" y="3976288"/>
            <a:ext cx="228000" cy="228000"/>
          </a:xfrm>
          <a:prstGeom prst="ellipse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g39dff3b698e_0_149"/>
          <p:cNvSpPr/>
          <p:nvPr/>
        </p:nvSpPr>
        <p:spPr>
          <a:xfrm>
            <a:off x="7342400" y="3976288"/>
            <a:ext cx="228000" cy="228000"/>
          </a:xfrm>
          <a:prstGeom prst="ellipse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9e6723bd86_1_129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g39e6723bd86_1_129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IMPLEMENTAÇÕES FUTURAS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38" name="Google Shape;1238;g39e6723bd86_1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9" name="Google Shape;1239;g39e6723bd86_1_129"/>
          <p:cNvGrpSpPr/>
          <p:nvPr/>
        </p:nvGrpSpPr>
        <p:grpSpPr>
          <a:xfrm>
            <a:off x="4834825" y="949563"/>
            <a:ext cx="3052912" cy="4031412"/>
            <a:chOff x="5360800" y="949563"/>
            <a:chExt cx="3052912" cy="4031412"/>
          </a:xfrm>
        </p:grpSpPr>
        <p:pic>
          <p:nvPicPr>
            <p:cNvPr id="1240" name="Google Shape;1240;g39e6723bd86_1_129"/>
            <p:cNvPicPr preferRelativeResize="0"/>
            <p:nvPr/>
          </p:nvPicPr>
          <p:blipFill rotWithShape="1">
            <a:blip r:embed="rId4">
              <a:alphaModFix/>
            </a:blip>
            <a:srcRect b="18702" l="0" r="0" t="19572"/>
            <a:stretch/>
          </p:blipFill>
          <p:spPr>
            <a:xfrm>
              <a:off x="5360800" y="1555727"/>
              <a:ext cx="1735350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241" name="Google Shape;1241;g39e6723bd86_1_1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96150" y="2017427"/>
              <a:ext cx="1317562" cy="461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grpSp>
          <p:nvGrpSpPr>
            <p:cNvPr id="1242" name="Google Shape;1242;g39e6723bd86_1_129"/>
            <p:cNvGrpSpPr/>
            <p:nvPr/>
          </p:nvGrpSpPr>
          <p:grpSpPr>
            <a:xfrm>
              <a:off x="5719525" y="949563"/>
              <a:ext cx="2044900" cy="446400"/>
              <a:chOff x="5719525" y="949563"/>
              <a:chExt cx="2044900" cy="446400"/>
            </a:xfrm>
          </p:grpSpPr>
          <p:sp>
            <p:nvSpPr>
              <p:cNvPr id="1243" name="Google Shape;1243;g39e6723bd86_1_129"/>
              <p:cNvSpPr txBox="1"/>
              <p:nvPr/>
            </p:nvSpPr>
            <p:spPr>
              <a:xfrm>
                <a:off x="5764625" y="949563"/>
                <a:ext cx="19998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457200" marR="35999" rtl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" sz="1800" u="none" cap="none" strike="noStrik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Back-end</a:t>
                </a:r>
                <a:endParaRPr b="1" i="0" sz="18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44" name="Google Shape;1244;g39e6723bd86_1_129"/>
              <p:cNvSpPr/>
              <p:nvPr/>
            </p:nvSpPr>
            <p:spPr>
              <a:xfrm>
                <a:off x="5719525" y="1055325"/>
                <a:ext cx="503700" cy="256200"/>
              </a:xfrm>
              <a:prstGeom prst="chevron">
                <a:avLst>
                  <a:gd fmla="val 90720" name="adj"/>
                </a:avLst>
              </a:prstGeom>
              <a:solidFill>
                <a:srgbClr val="FF881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45" name="Google Shape;1245;g39e6723bd86_1_1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60800" y="2723550"/>
              <a:ext cx="3028950" cy="22574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1246" name="Google Shape;1246;g39e6723bd86_1_129"/>
          <p:cNvGrpSpPr/>
          <p:nvPr/>
        </p:nvGrpSpPr>
        <p:grpSpPr>
          <a:xfrm>
            <a:off x="-412284" y="558000"/>
            <a:ext cx="2717400" cy="446400"/>
            <a:chOff x="-257146" y="736350"/>
            <a:chExt cx="2717400" cy="446400"/>
          </a:xfrm>
        </p:grpSpPr>
        <p:sp>
          <p:nvSpPr>
            <p:cNvPr id="1247" name="Google Shape;1247;g39e6723bd86_1_129"/>
            <p:cNvSpPr/>
            <p:nvPr/>
          </p:nvSpPr>
          <p:spPr>
            <a:xfrm>
              <a:off x="155650" y="736350"/>
              <a:ext cx="2188200" cy="4464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g39e6723bd86_1_129"/>
            <p:cNvSpPr txBox="1"/>
            <p:nvPr/>
          </p:nvSpPr>
          <p:spPr>
            <a:xfrm>
              <a:off x="-257146" y="736350"/>
              <a:ext cx="271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marR="35999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Até o momento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49" name="Google Shape;1249;g39e6723bd86_1_129"/>
          <p:cNvGrpSpPr/>
          <p:nvPr/>
        </p:nvGrpSpPr>
        <p:grpSpPr>
          <a:xfrm>
            <a:off x="1530365" y="949563"/>
            <a:ext cx="2919735" cy="3972112"/>
            <a:chOff x="350390" y="949563"/>
            <a:chExt cx="2919735" cy="3972112"/>
          </a:xfrm>
        </p:grpSpPr>
        <p:grpSp>
          <p:nvGrpSpPr>
            <p:cNvPr id="1250" name="Google Shape;1250;g39e6723bd86_1_129"/>
            <p:cNvGrpSpPr/>
            <p:nvPr/>
          </p:nvGrpSpPr>
          <p:grpSpPr>
            <a:xfrm>
              <a:off x="802025" y="949563"/>
              <a:ext cx="2016467" cy="446400"/>
              <a:chOff x="857525" y="1318438"/>
              <a:chExt cx="2016467" cy="446400"/>
            </a:xfrm>
          </p:grpSpPr>
          <p:sp>
            <p:nvSpPr>
              <p:cNvPr id="1251" name="Google Shape;1251;g39e6723bd86_1_129"/>
              <p:cNvSpPr txBox="1"/>
              <p:nvPr/>
            </p:nvSpPr>
            <p:spPr>
              <a:xfrm>
                <a:off x="874192" y="1318438"/>
                <a:ext cx="19998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457200" marR="35999" rtl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" sz="1800" u="none" cap="none" strike="noStrike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Front-end</a:t>
                </a:r>
                <a:endParaRPr b="1" i="0" sz="18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2" name="Google Shape;1252;g39e6723bd86_1_129"/>
              <p:cNvSpPr/>
              <p:nvPr/>
            </p:nvSpPr>
            <p:spPr>
              <a:xfrm>
                <a:off x="857525" y="1424200"/>
                <a:ext cx="503700" cy="256200"/>
              </a:xfrm>
              <a:prstGeom prst="chevron">
                <a:avLst>
                  <a:gd fmla="val 90720" name="adj"/>
                </a:avLst>
              </a:prstGeom>
              <a:solidFill>
                <a:srgbClr val="FF881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53" name="Google Shape;1253;g39e6723bd86_1_129"/>
            <p:cNvPicPr preferRelativeResize="0"/>
            <p:nvPr/>
          </p:nvPicPr>
          <p:blipFill rotWithShape="1">
            <a:blip r:embed="rId7">
              <a:alphaModFix/>
            </a:blip>
            <a:srcRect b="14339" l="0" r="0" t="0"/>
            <a:stretch/>
          </p:blipFill>
          <p:spPr>
            <a:xfrm>
              <a:off x="1602500" y="1508950"/>
              <a:ext cx="1667625" cy="446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254" name="Google Shape;1254;g39e6723bd86_1_1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0400" y="1970653"/>
              <a:ext cx="1252098" cy="446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255" name="Google Shape;1255;g39e6723bd86_1_1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0390" y="2664250"/>
              <a:ext cx="2919735" cy="22574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9ea3f08f78_1_31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FF88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g39ea3f08f78_1_31"/>
          <p:cNvSpPr txBox="1"/>
          <p:nvPr/>
        </p:nvSpPr>
        <p:spPr>
          <a:xfrm>
            <a:off x="1194750" y="69469"/>
            <a:ext cx="67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accent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IMPLEMENTAÇÕES FUTURAS</a:t>
            </a:r>
            <a:endParaRPr b="0" i="0" sz="2400" u="none" cap="none" strike="noStrike">
              <a:solidFill>
                <a:schemeClr val="accent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62" name="Google Shape;1262;g39ea3f08f78_1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8400" y="4499425"/>
            <a:ext cx="599450" cy="5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g39ea3f08f78_1_31"/>
          <p:cNvPicPr preferRelativeResize="0"/>
          <p:nvPr/>
        </p:nvPicPr>
        <p:blipFill rotWithShape="1">
          <a:blip r:embed="rId4">
            <a:alphaModFix/>
          </a:blip>
          <a:srcRect b="10632" l="16677" r="48714" t="8205"/>
          <a:stretch/>
        </p:blipFill>
        <p:spPr>
          <a:xfrm>
            <a:off x="667625" y="1150850"/>
            <a:ext cx="2767099" cy="34206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4" name="Google Shape;1264;g39ea3f08f78_1_31"/>
          <p:cNvPicPr preferRelativeResize="0"/>
          <p:nvPr/>
        </p:nvPicPr>
        <p:blipFill rotWithShape="1">
          <a:blip r:embed="rId5">
            <a:alphaModFix/>
          </a:blip>
          <a:srcRect b="0" l="15209" r="46546" t="4525"/>
          <a:stretch/>
        </p:blipFill>
        <p:spPr>
          <a:xfrm>
            <a:off x="3774238" y="1150850"/>
            <a:ext cx="3103964" cy="34206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5" name="Google Shape;1265;g39ea3f08f78_1_31"/>
          <p:cNvPicPr preferRelativeResize="0"/>
          <p:nvPr/>
        </p:nvPicPr>
        <p:blipFill rotWithShape="1">
          <a:blip r:embed="rId6">
            <a:alphaModFix/>
          </a:blip>
          <a:srcRect b="0" l="17046" r="66628" t="3185"/>
          <a:stretch/>
        </p:blipFill>
        <p:spPr>
          <a:xfrm>
            <a:off x="7217724" y="1150850"/>
            <a:ext cx="1258647" cy="34206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266" name="Google Shape;1266;g39ea3f08f78_1_31"/>
          <p:cNvGrpSpPr/>
          <p:nvPr/>
        </p:nvGrpSpPr>
        <p:grpSpPr>
          <a:xfrm>
            <a:off x="-412284" y="558000"/>
            <a:ext cx="2717400" cy="446400"/>
            <a:chOff x="-257146" y="736350"/>
            <a:chExt cx="2717400" cy="446400"/>
          </a:xfrm>
        </p:grpSpPr>
        <p:sp>
          <p:nvSpPr>
            <p:cNvPr id="1267" name="Google Shape;1267;g39ea3f08f78_1_31"/>
            <p:cNvSpPr/>
            <p:nvPr/>
          </p:nvSpPr>
          <p:spPr>
            <a:xfrm>
              <a:off x="155650" y="736350"/>
              <a:ext cx="2188200" cy="446400"/>
            </a:xfrm>
            <a:prstGeom prst="homePlat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g39ea3f08f78_1_31"/>
            <p:cNvSpPr txBox="1"/>
            <p:nvPr/>
          </p:nvSpPr>
          <p:spPr>
            <a:xfrm>
              <a:off x="-257146" y="736350"/>
              <a:ext cx="271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457200" marR="35999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Até o momento</a:t>
              </a:r>
              <a:endParaRPr b="1" i="0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11fd8c1c30_0_177"/>
          <p:cNvSpPr txBox="1"/>
          <p:nvPr/>
        </p:nvSpPr>
        <p:spPr>
          <a:xfrm>
            <a:off x="1086038" y="354375"/>
            <a:ext cx="67545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" sz="6000" u="none" cap="none" strike="noStrike">
                <a:solidFill>
                  <a:srgbClr val="005A9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OBRIGADO</a:t>
            </a:r>
            <a:endParaRPr b="0" i="0" sz="6000" u="none" cap="none" strike="noStrike">
              <a:solidFill>
                <a:srgbClr val="005A9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74" name="Google Shape;1274;g211fd8c1c30_0_177"/>
          <p:cNvSpPr txBox="1"/>
          <p:nvPr>
            <p:ph idx="4294967295" type="subTitle"/>
          </p:nvPr>
        </p:nvSpPr>
        <p:spPr>
          <a:xfrm>
            <a:off x="93200" y="3807538"/>
            <a:ext cx="5637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005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Faculdade de Tecnologia de Votorantim</a:t>
            </a:r>
            <a:endParaRPr b="1" i="0" sz="1300" u="none" cap="none" strike="noStrike">
              <a:solidFill>
                <a:srgbClr val="005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005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Curso de Desenvolvimento de Software Multiplataforma</a:t>
            </a:r>
            <a:endParaRPr b="1" i="0" sz="1300" u="none" cap="none" strike="noStrike">
              <a:solidFill>
                <a:srgbClr val="005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005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Projeto Interdisciplinar IV</a:t>
            </a:r>
            <a:endParaRPr b="1" i="0" sz="1300" u="none" cap="none" strike="noStrike">
              <a:solidFill>
                <a:srgbClr val="005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75" name="Google Shape;1275;g211fd8c1c30_0_177"/>
          <p:cNvPicPr preferRelativeResize="0"/>
          <p:nvPr/>
        </p:nvPicPr>
        <p:blipFill rotWithShape="1">
          <a:blip r:embed="rId3">
            <a:alphaModFix/>
          </a:blip>
          <a:srcRect b="0" l="5473" r="0" t="0"/>
          <a:stretch/>
        </p:blipFill>
        <p:spPr>
          <a:xfrm>
            <a:off x="6096325" y="410649"/>
            <a:ext cx="836750" cy="86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g211fd8c1c30_0_1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00" y="4523049"/>
            <a:ext cx="4822350" cy="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g211fd8c1c30_0_177"/>
          <p:cNvSpPr txBox="1"/>
          <p:nvPr>
            <p:ph idx="4294967295" type="subTitle"/>
          </p:nvPr>
        </p:nvSpPr>
        <p:spPr>
          <a:xfrm>
            <a:off x="3378000" y="1411018"/>
            <a:ext cx="23880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Douglas Wenzel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Eduardo Kamo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Fernando Chibli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Gustavo Ferreira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Iago Rossan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Isabel Maito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rgbClr val="FF8811"/>
                </a:solidFill>
                <a:latin typeface="Montserrat"/>
                <a:ea typeface="Montserrat"/>
                <a:cs typeface="Montserrat"/>
                <a:sym typeface="Montserrat"/>
              </a:rPr>
              <a:t>Lucas Consani</a:t>
            </a:r>
            <a:endParaRPr b="1" i="0" sz="1300" u="none" cap="none" strike="noStrike">
              <a:solidFill>
                <a:srgbClr val="FF881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8" name="Google Shape;1278;g211fd8c1c30_0_177"/>
          <p:cNvSpPr txBox="1"/>
          <p:nvPr>
            <p:ph idx="4294967295" type="subTitle"/>
          </p:nvPr>
        </p:nvSpPr>
        <p:spPr>
          <a:xfrm>
            <a:off x="5766000" y="4874750"/>
            <a:ext cx="32604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Votorantim </a:t>
            </a:r>
            <a:r>
              <a:rPr b="1" i="0" lang="e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b="1" i="0" lang="e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b="1" i="0" lang="e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Outubro</a:t>
            </a:r>
            <a:r>
              <a:rPr b="1" i="0" lang="e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202</a:t>
            </a:r>
            <a:r>
              <a:rPr b="1" i="0" lang="es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 Sustainability Presentation by Slidesgo">
  <a:themeElements>
    <a:clrScheme name="Simple Light">
      <a:dk1>
        <a:srgbClr val="0D678F"/>
      </a:dk1>
      <a:lt1>
        <a:srgbClr val="FFFFFF"/>
      </a:lt1>
      <a:dk2>
        <a:srgbClr val="00A693"/>
      </a:dk2>
      <a:lt2>
        <a:srgbClr val="F6F7E3"/>
      </a:lt2>
      <a:accent1>
        <a:srgbClr val="88C3B0"/>
      </a:accent1>
      <a:accent2>
        <a:srgbClr val="01808D"/>
      </a:accent2>
      <a:accent3>
        <a:srgbClr val="09678A"/>
      </a:accent3>
      <a:accent4>
        <a:srgbClr val="5FB89D"/>
      </a:accent4>
      <a:accent5>
        <a:srgbClr val="5FBBA0"/>
      </a:accent5>
      <a:accent6>
        <a:srgbClr val="FFFFFF"/>
      </a:accent6>
      <a:hlink>
        <a:srgbClr val="0D67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Alunos</dc:creator>
</cp:coreProperties>
</file>